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326" r:id="rId3"/>
    <p:sldId id="300" r:id="rId4"/>
    <p:sldId id="327" r:id="rId6"/>
    <p:sldId id="302" r:id="rId7"/>
    <p:sldId id="303" r:id="rId8"/>
    <p:sldId id="329" r:id="rId9"/>
    <p:sldId id="328" r:id="rId10"/>
    <p:sldId id="305" r:id="rId11"/>
    <p:sldId id="306" r:id="rId12"/>
    <p:sldId id="307" r:id="rId13"/>
    <p:sldId id="308" r:id="rId14"/>
    <p:sldId id="330" r:id="rId15"/>
    <p:sldId id="309" r:id="rId16"/>
    <p:sldId id="331" r:id="rId17"/>
    <p:sldId id="310" r:id="rId18"/>
    <p:sldId id="332" r:id="rId19"/>
    <p:sldId id="311" r:id="rId20"/>
    <p:sldId id="333" r:id="rId21"/>
    <p:sldId id="312" r:id="rId22"/>
    <p:sldId id="313" r:id="rId23"/>
    <p:sldId id="314" r:id="rId24"/>
    <p:sldId id="334" r:id="rId25"/>
    <p:sldId id="315" r:id="rId26"/>
    <p:sldId id="316" r:id="rId27"/>
    <p:sldId id="317" r:id="rId28"/>
    <p:sldId id="335" r:id="rId29"/>
    <p:sldId id="318" r:id="rId30"/>
    <p:sldId id="319" r:id="rId31"/>
    <p:sldId id="320" r:id="rId32"/>
    <p:sldId id="321" r:id="rId33"/>
    <p:sldId id="337" r:id="rId34"/>
    <p:sldId id="336" r:id="rId35"/>
    <p:sldId id="338" r:id="rId36"/>
    <p:sldId id="339" r:id="rId37"/>
  </p:sldIdLst>
  <p:sldSz cx="12192000" cy="6858000"/>
  <p:notesSz cx="6858000" cy="9144000"/>
  <p:embeddedFontLst>
    <p:embeddedFont>
      <p:font typeface="SimSun" panose="02010600030101010101" pitchFamily="2" charset="-122"/>
      <p:regular r:id="rId42"/>
    </p:embeddedFont>
    <p:embeddedFont>
      <p:font typeface="Calibri" panose="020F0502020204030204"/>
      <p:regular r:id="rId43"/>
      <p:bold r:id="rId44"/>
      <p:italic r:id="rId45"/>
      <p:boldItalic r:id="rId46"/>
    </p:embeddedFont>
    <p:embeddedFont>
      <p:font typeface="等线 Light" panose="02010600030101010101" charset="-122"/>
      <p:regular r:id="rId47"/>
    </p:embeddedFont>
    <p:embeddedFont>
      <p:font typeface="等线" panose="02010600030101010101" charset="-122"/>
      <p:regular r:id="rId4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180" userDrawn="1">
          <p15:clr>
            <a:srgbClr val="A4A3A4"/>
          </p15:clr>
        </p15:guide>
        <p15:guide id="4" pos="4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春波 赵" initials="春波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7654"/>
    <a:srgbClr val="0B506C"/>
    <a:srgbClr val="2A2625"/>
    <a:srgbClr val="0286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98" y="120"/>
      </p:cViewPr>
      <p:guideLst>
        <p:guide orient="horz" pos="2160"/>
        <p:guide pos="3840"/>
        <p:guide pos="7180"/>
        <p:guide pos="4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8" Type="http://schemas.openxmlformats.org/officeDocument/2006/relationships/font" Target="fonts/font7.fntdata"/><Relationship Id="rId47" Type="http://schemas.openxmlformats.org/officeDocument/2006/relationships/font" Target="fonts/font6.fntdata"/><Relationship Id="rId46" Type="http://schemas.openxmlformats.org/officeDocument/2006/relationships/font" Target="fonts/font5.fntdata"/><Relationship Id="rId45" Type="http://schemas.openxmlformats.org/officeDocument/2006/relationships/font" Target="fonts/font4.fntdata"/><Relationship Id="rId44" Type="http://schemas.openxmlformats.org/officeDocument/2006/relationships/font" Target="fonts/font3.fntdata"/><Relationship Id="rId43" Type="http://schemas.openxmlformats.org/officeDocument/2006/relationships/font" Target="fonts/font2.fntdata"/><Relationship Id="rId42" Type="http://schemas.openxmlformats.org/officeDocument/2006/relationships/font" Target="fonts/font1.fntdata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7CAEC-0A6F-4CC6-83E0-465B878862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稻壳儿春秋广告/盗版必究        原创来源：http://chn.docer.com/works?userid=199329941#!/work_time"/>
          <p:cNvSpPr>
            <a:spLocks noGrp="1"/>
          </p:cNvSpPr>
          <p:nvPr>
            <p:ph type="pic" sz="quarter" idx="10"/>
          </p:nvPr>
        </p:nvSpPr>
        <p:spPr>
          <a:xfrm>
            <a:off x="695324" y="2753359"/>
            <a:ext cx="3091992" cy="1810910"/>
          </a:xfrm>
          <a:custGeom>
            <a:avLst/>
            <a:gdLst>
              <a:gd name="connsiteX0" fmla="*/ 0 w 3091992"/>
              <a:gd name="connsiteY0" fmla="*/ 0 h 1810910"/>
              <a:gd name="connsiteX1" fmla="*/ 3091992 w 3091992"/>
              <a:gd name="connsiteY1" fmla="*/ 0 h 1810910"/>
              <a:gd name="connsiteX2" fmla="*/ 3091992 w 3091992"/>
              <a:gd name="connsiteY2" fmla="*/ 1810910 h 1810910"/>
              <a:gd name="connsiteX3" fmla="*/ 0 w 3091992"/>
              <a:gd name="connsiteY3" fmla="*/ 1810910 h 1810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1992" h="1810910">
                <a:moveTo>
                  <a:pt x="0" y="0"/>
                </a:moveTo>
                <a:lnTo>
                  <a:pt x="3091992" y="0"/>
                </a:lnTo>
                <a:lnTo>
                  <a:pt x="3091992" y="1810910"/>
                </a:lnTo>
                <a:lnTo>
                  <a:pt x="0" y="18109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2" name="稻壳儿春秋广告/盗版必究        原创来源：http://chn.docer.com/works?userid=199329941#!/work_time"/>
          <p:cNvSpPr>
            <a:spLocks noGrp="1"/>
          </p:cNvSpPr>
          <p:nvPr>
            <p:ph type="pic" sz="quarter" idx="11"/>
          </p:nvPr>
        </p:nvSpPr>
        <p:spPr>
          <a:xfrm>
            <a:off x="8404681" y="2753359"/>
            <a:ext cx="3091992" cy="1810910"/>
          </a:xfrm>
          <a:custGeom>
            <a:avLst/>
            <a:gdLst>
              <a:gd name="connsiteX0" fmla="*/ 0 w 3091992"/>
              <a:gd name="connsiteY0" fmla="*/ 0 h 1810910"/>
              <a:gd name="connsiteX1" fmla="*/ 3091992 w 3091992"/>
              <a:gd name="connsiteY1" fmla="*/ 0 h 1810910"/>
              <a:gd name="connsiteX2" fmla="*/ 3091992 w 3091992"/>
              <a:gd name="connsiteY2" fmla="*/ 1810910 h 1810910"/>
              <a:gd name="connsiteX3" fmla="*/ 0 w 3091992"/>
              <a:gd name="connsiteY3" fmla="*/ 1810910 h 1810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1992" h="1810910">
                <a:moveTo>
                  <a:pt x="0" y="0"/>
                </a:moveTo>
                <a:lnTo>
                  <a:pt x="3091992" y="0"/>
                </a:lnTo>
                <a:lnTo>
                  <a:pt x="3091992" y="1810910"/>
                </a:lnTo>
                <a:lnTo>
                  <a:pt x="0" y="18109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春秋广告/盗版必究        原创来源：http://chn.docer.com/works?userid=199329941#!/work_time"/>
          <p:cNvSpPr>
            <a:spLocks noGrp="1"/>
          </p:cNvSpPr>
          <p:nvPr>
            <p:ph type="pic" sz="quarter" idx="10"/>
          </p:nvPr>
        </p:nvSpPr>
        <p:spPr>
          <a:xfrm>
            <a:off x="-1" y="1594687"/>
            <a:ext cx="3840480" cy="4231937"/>
          </a:xfrm>
          <a:custGeom>
            <a:avLst/>
            <a:gdLst>
              <a:gd name="connsiteX0" fmla="*/ 0 w 3840480"/>
              <a:gd name="connsiteY0" fmla="*/ 0 h 4231937"/>
              <a:gd name="connsiteX1" fmla="*/ 3840480 w 3840480"/>
              <a:gd name="connsiteY1" fmla="*/ 0 h 4231937"/>
              <a:gd name="connsiteX2" fmla="*/ 3840480 w 3840480"/>
              <a:gd name="connsiteY2" fmla="*/ 4231937 h 4231937"/>
              <a:gd name="connsiteX3" fmla="*/ 0 w 3840480"/>
              <a:gd name="connsiteY3" fmla="*/ 4231937 h 423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0" h="4231937">
                <a:moveTo>
                  <a:pt x="0" y="0"/>
                </a:moveTo>
                <a:lnTo>
                  <a:pt x="3840480" y="0"/>
                </a:lnTo>
                <a:lnTo>
                  <a:pt x="3840480" y="4231937"/>
                </a:lnTo>
                <a:lnTo>
                  <a:pt x="0" y="42319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EC519-839C-453F-84A3-C3D2935476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A939-DD6A-4E34-B614-19C610E30E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6548-5485-4548-B2AF-A9B80F1411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BAA7-6759-40DC-B670-FB0C981FE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6548-5485-4548-B2AF-A9B80F1411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BAA7-6759-40DC-B670-FB0C981FE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1B7C7-535E-4E94-B1E9-46A4B2AB55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D6754-BD22-46CA-AAC9-FDCA2715F4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0.xml"/><Relationship Id="rId15" Type="http://schemas.openxmlformats.org/officeDocument/2006/relationships/image" Target="../media/image2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>
            <a:off x="4091940" y="2265680"/>
            <a:ext cx="7303135" cy="2325370"/>
          </a:xfrm>
          <a:prstGeom prst="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 txBox="1"/>
          <p:nvPr/>
        </p:nvSpPr>
        <p:spPr>
          <a:xfrm>
            <a:off x="4464050" y="2597785"/>
            <a:ext cx="6391275" cy="1644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Bahasa lembar gaya yang digunakan sebagai penentu presentasi dan gaya dokumen yang ditulis dalam bahasa markup seperti HTML dan XML.</a:t>
            </a: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 txBox="1"/>
          <p:nvPr/>
        </p:nvSpPr>
        <p:spPr>
          <a:xfrm>
            <a:off x="4006850" y="1605280"/>
            <a:ext cx="6322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CSS - </a:t>
            </a:r>
            <a:r>
              <a:rPr lang="en-US" altLang="en-US" sz="240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CASCADING STYLE SHEET</a:t>
            </a:r>
            <a:endParaRPr kumimoji="0" lang="en-US" altLang="en-US" sz="2400" b="0" i="0" u="none" strike="noStrike" kern="120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965087" y="4571048"/>
            <a:ext cx="5775667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1600" dirty="0">
                <a:solidFill>
                  <a:schemeClr val="accent1"/>
                </a:solidFill>
                <a:cs typeface="Montserrat ExtraBold" panose="00000900000000000000" pitchFamily="2" charset="0"/>
              </a:rPr>
              <a:t> https://id.wikipedia.org/wiki/Cascading_Style_Sheets</a:t>
            </a:r>
            <a:endParaRPr lang="en-US" altLang="en-US" sz="1600" dirty="0">
              <a:solidFill>
                <a:schemeClr val="accent1"/>
              </a:solidFill>
              <a:cs typeface="Montserrat ExtraBold" panose="00000900000000000000" pitchFamily="2" charset="0"/>
            </a:endParaRPr>
          </a:p>
        </p:txBody>
      </p:sp>
      <p:pic>
        <p:nvPicPr>
          <p:cNvPr id="5" name="Picture Placeholder 3"/>
          <p:cNvPicPr/>
          <p:nvPr/>
        </p:nvPicPr>
        <p:blipFill>
          <a:blip r:embed="rId1"/>
          <a:srcRect l="4629" r="4629"/>
          <a:stretch>
            <a:fillRect/>
          </a:stretch>
        </p:blipFill>
        <p:spPr>
          <a:xfrm>
            <a:off x="57785" y="1496060"/>
            <a:ext cx="3881755" cy="3389630"/>
          </a:xfrm>
          <a:custGeom>
            <a:avLst>
              <a:gd name="connsiteX0" fmla="*/ 0 w 3840480"/>
              <a:gd name="connsiteY0" fmla="*/ 0 h 4231937"/>
              <a:gd name="connsiteX1" fmla="*/ 3840480 w 3840480"/>
              <a:gd name="connsiteY1" fmla="*/ 0 h 4231937"/>
              <a:gd name="connsiteX2" fmla="*/ 3840480 w 3840480"/>
              <a:gd name="connsiteY2" fmla="*/ 4231937 h 4231937"/>
              <a:gd name="connsiteX3" fmla="*/ 0 w 3840480"/>
              <a:gd name="connsiteY3" fmla="*/ 4231937 h 4231937"/>
            </a:avLst>
            <a:gdLst>
              <a:gd name="connsiteX0-1" fmla="*/ 0 w 3840480"/>
              <a:gd name="connsiteY0-2" fmla="*/ 0 h 4231937"/>
              <a:gd name="connsiteX1-3" fmla="*/ 3840480 w 3840480"/>
              <a:gd name="connsiteY1-4" fmla="*/ 0 h 4231937"/>
              <a:gd name="connsiteX2-5" fmla="*/ 3840480 w 3840480"/>
              <a:gd name="connsiteY2-6" fmla="*/ 4231937 h 4231937"/>
              <a:gd name="connsiteX3-7" fmla="*/ 0 w 3840480"/>
              <a:gd name="connsiteY3-8" fmla="*/ 4231937 h 423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840480" h="4231937">
                <a:moveTo>
                  <a:pt x="0" y="0"/>
                </a:moveTo>
                <a:lnTo>
                  <a:pt x="3840480" y="0"/>
                </a:lnTo>
                <a:lnTo>
                  <a:pt x="3840480" y="4231937"/>
                </a:lnTo>
                <a:lnTo>
                  <a:pt x="0" y="4231937"/>
                </a:lnTo>
                <a:close/>
              </a:path>
              <a:path w="3840480" h="4231937">
                <a:moveTo>
                  <a:pt x="0" y="0"/>
                </a:moveTo>
                <a:lnTo>
                  <a:pt x="3840480" y="0"/>
                </a:lnTo>
                <a:lnTo>
                  <a:pt x="3840480" y="4231937"/>
                </a:lnTo>
                <a:lnTo>
                  <a:pt x="0" y="4231937"/>
                </a:ln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350" y="85090"/>
            <a:ext cx="1530350" cy="523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1060911" y="1701589"/>
            <a:ext cx="10069625" cy="3488663"/>
            <a:chOff x="734848" y="1556686"/>
            <a:chExt cx="10561803" cy="3659180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734848" y="5215866"/>
              <a:ext cx="10561803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 11"/>
            <p:cNvSpPr/>
            <p:nvPr/>
          </p:nvSpPr>
          <p:spPr bwMode="auto">
            <a:xfrm flipV="1">
              <a:off x="7425267" y="1861487"/>
              <a:ext cx="3845984" cy="1471084"/>
            </a:xfrm>
            <a:custGeom>
              <a:avLst/>
              <a:gdLst>
                <a:gd name="T0" fmla="*/ 0 w 609"/>
                <a:gd name="T1" fmla="*/ 68 h 232"/>
                <a:gd name="T2" fmla="*/ 378 w 609"/>
                <a:gd name="T3" fmla="*/ 68 h 232"/>
                <a:gd name="T4" fmla="*/ 378 w 609"/>
                <a:gd name="T5" fmla="*/ 68 h 232"/>
                <a:gd name="T6" fmla="*/ 381 w 609"/>
                <a:gd name="T7" fmla="*/ 68 h 232"/>
                <a:gd name="T8" fmla="*/ 449 w 609"/>
                <a:gd name="T9" fmla="*/ 0 h 232"/>
                <a:gd name="T10" fmla="*/ 609 w 609"/>
                <a:gd name="T11" fmla="*/ 0 h 232"/>
                <a:gd name="T12" fmla="*/ 378 w 609"/>
                <a:gd name="T13" fmla="*/ 232 h 232"/>
                <a:gd name="T14" fmla="*/ 378 w 609"/>
                <a:gd name="T15" fmla="*/ 232 h 232"/>
                <a:gd name="T16" fmla="*/ 0 w 609"/>
                <a:gd name="T17" fmla="*/ 232 h 232"/>
                <a:gd name="T18" fmla="*/ 0 w 609"/>
                <a:gd name="T19" fmla="*/ 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9" h="232">
                  <a:moveTo>
                    <a:pt x="0" y="68"/>
                  </a:moveTo>
                  <a:cubicBezTo>
                    <a:pt x="378" y="68"/>
                    <a:pt x="378" y="68"/>
                    <a:pt x="378" y="68"/>
                  </a:cubicBezTo>
                  <a:cubicBezTo>
                    <a:pt x="378" y="68"/>
                    <a:pt x="378" y="68"/>
                    <a:pt x="378" y="68"/>
                  </a:cubicBezTo>
                  <a:cubicBezTo>
                    <a:pt x="379" y="68"/>
                    <a:pt x="380" y="68"/>
                    <a:pt x="381" y="68"/>
                  </a:cubicBezTo>
                  <a:cubicBezTo>
                    <a:pt x="418" y="68"/>
                    <a:pt x="449" y="37"/>
                    <a:pt x="449" y="0"/>
                  </a:cubicBezTo>
                  <a:cubicBezTo>
                    <a:pt x="609" y="0"/>
                    <a:pt x="609" y="0"/>
                    <a:pt x="609" y="0"/>
                  </a:cubicBezTo>
                  <a:cubicBezTo>
                    <a:pt x="609" y="128"/>
                    <a:pt x="506" y="232"/>
                    <a:pt x="378" y="232"/>
                  </a:cubicBezTo>
                  <a:cubicBezTo>
                    <a:pt x="378" y="232"/>
                    <a:pt x="378" y="232"/>
                    <a:pt x="378" y="232"/>
                  </a:cubicBezTo>
                  <a:cubicBezTo>
                    <a:pt x="0" y="232"/>
                    <a:pt x="0" y="232"/>
                    <a:pt x="0" y="232"/>
                  </a:cubicBezTo>
                  <a:lnTo>
                    <a:pt x="0" y="68"/>
                  </a:lnTo>
                  <a:close/>
                </a:path>
              </a:pathLst>
            </a:custGeom>
            <a:solidFill>
              <a:schemeClr val="accent1"/>
            </a:solidFill>
            <a:ln w="6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>
                <a:cs typeface="Manrope SemiBold" charset="0"/>
              </a:endParaRPr>
            </a:p>
          </p:txBody>
        </p:sp>
        <p:sp>
          <p:nvSpPr>
            <p:cNvPr id="33" name="Freeform 6"/>
            <p:cNvSpPr/>
            <p:nvPr/>
          </p:nvSpPr>
          <p:spPr bwMode="auto">
            <a:xfrm>
              <a:off x="768351" y="1556686"/>
              <a:ext cx="3644900" cy="1610784"/>
            </a:xfrm>
            <a:custGeom>
              <a:avLst/>
              <a:gdLst>
                <a:gd name="T0" fmla="*/ 379 w 1722"/>
                <a:gd name="T1" fmla="*/ 147 h 761"/>
                <a:gd name="T2" fmla="*/ 635 w 1722"/>
                <a:gd name="T3" fmla="*/ 147 h 761"/>
                <a:gd name="T4" fmla="*/ 1426 w 1722"/>
                <a:gd name="T5" fmla="*/ 147 h 761"/>
                <a:gd name="T6" fmla="*/ 1722 w 1722"/>
                <a:gd name="T7" fmla="*/ 147 h 761"/>
                <a:gd name="T8" fmla="*/ 1722 w 1722"/>
                <a:gd name="T9" fmla="*/ 635 h 761"/>
                <a:gd name="T10" fmla="*/ 1426 w 1722"/>
                <a:gd name="T11" fmla="*/ 635 h 761"/>
                <a:gd name="T12" fmla="*/ 635 w 1722"/>
                <a:gd name="T13" fmla="*/ 635 h 761"/>
                <a:gd name="T14" fmla="*/ 379 w 1722"/>
                <a:gd name="T15" fmla="*/ 635 h 761"/>
                <a:gd name="T16" fmla="*/ 379 w 1722"/>
                <a:gd name="T17" fmla="*/ 761 h 761"/>
                <a:gd name="T18" fmla="*/ 0 w 1722"/>
                <a:gd name="T19" fmla="*/ 380 h 761"/>
                <a:gd name="T20" fmla="*/ 379 w 1722"/>
                <a:gd name="T21" fmla="*/ 0 h 761"/>
                <a:gd name="T22" fmla="*/ 379 w 1722"/>
                <a:gd name="T23" fmla="*/ 147 h 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22" h="761">
                  <a:moveTo>
                    <a:pt x="379" y="147"/>
                  </a:moveTo>
                  <a:lnTo>
                    <a:pt x="635" y="147"/>
                  </a:lnTo>
                  <a:lnTo>
                    <a:pt x="1426" y="147"/>
                  </a:lnTo>
                  <a:lnTo>
                    <a:pt x="1722" y="147"/>
                  </a:lnTo>
                  <a:lnTo>
                    <a:pt x="1722" y="635"/>
                  </a:lnTo>
                  <a:lnTo>
                    <a:pt x="1426" y="635"/>
                  </a:lnTo>
                  <a:lnTo>
                    <a:pt x="635" y="635"/>
                  </a:lnTo>
                  <a:lnTo>
                    <a:pt x="379" y="635"/>
                  </a:lnTo>
                  <a:lnTo>
                    <a:pt x="379" y="761"/>
                  </a:lnTo>
                  <a:lnTo>
                    <a:pt x="0" y="380"/>
                  </a:lnTo>
                  <a:lnTo>
                    <a:pt x="379" y="0"/>
                  </a:lnTo>
                  <a:lnTo>
                    <a:pt x="379" y="147"/>
                  </a:lnTo>
                  <a:close/>
                </a:path>
              </a:pathLst>
            </a:custGeom>
            <a:solidFill>
              <a:schemeClr val="accent1"/>
            </a:solidFill>
            <a:ln w="6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>
                <a:cs typeface="Manrope SemiBold" charset="0"/>
              </a:endParaRPr>
            </a:p>
          </p:txBody>
        </p:sp>
        <p:sp>
          <p:nvSpPr>
            <p:cNvPr id="34" name="Rectangle 7"/>
            <p:cNvSpPr>
              <a:spLocks noChangeArrowheads="1"/>
            </p:cNvSpPr>
            <p:nvPr/>
          </p:nvSpPr>
          <p:spPr bwMode="auto">
            <a:xfrm>
              <a:off x="4413252" y="1867837"/>
              <a:ext cx="3012017" cy="1032933"/>
            </a:xfrm>
            <a:prstGeom prst="rect">
              <a:avLst/>
            </a:prstGeom>
            <a:solidFill>
              <a:schemeClr val="accent2"/>
            </a:solidFill>
            <a:ln w="6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>
                <a:cs typeface="Manrope SemiBold" charset="0"/>
              </a:endParaRP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774700" y="3764371"/>
              <a:ext cx="3327400" cy="1039284"/>
            </a:xfrm>
            <a:prstGeom prst="rect">
              <a:avLst/>
            </a:prstGeom>
            <a:solidFill>
              <a:schemeClr val="accent2"/>
            </a:solidFill>
            <a:ln w="6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>
                <a:cs typeface="Manrope SemiBold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4102101" y="3764371"/>
              <a:ext cx="3323167" cy="1039284"/>
            </a:xfrm>
            <a:prstGeom prst="rect">
              <a:avLst/>
            </a:prstGeom>
            <a:solidFill>
              <a:schemeClr val="accent1"/>
            </a:solidFill>
            <a:ln w="6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>
                <a:cs typeface="Manrope SemiBold" charset="0"/>
              </a:endParaRPr>
            </a:p>
          </p:txBody>
        </p:sp>
        <p:sp>
          <p:nvSpPr>
            <p:cNvPr id="37" name="Freeform 11"/>
            <p:cNvSpPr/>
            <p:nvPr/>
          </p:nvSpPr>
          <p:spPr bwMode="auto">
            <a:xfrm>
              <a:off x="7425267" y="3332571"/>
              <a:ext cx="3845984" cy="1471084"/>
            </a:xfrm>
            <a:custGeom>
              <a:avLst/>
              <a:gdLst>
                <a:gd name="T0" fmla="*/ 0 w 609"/>
                <a:gd name="T1" fmla="*/ 68 h 232"/>
                <a:gd name="T2" fmla="*/ 378 w 609"/>
                <a:gd name="T3" fmla="*/ 68 h 232"/>
                <a:gd name="T4" fmla="*/ 378 w 609"/>
                <a:gd name="T5" fmla="*/ 68 h 232"/>
                <a:gd name="T6" fmla="*/ 381 w 609"/>
                <a:gd name="T7" fmla="*/ 68 h 232"/>
                <a:gd name="T8" fmla="*/ 449 w 609"/>
                <a:gd name="T9" fmla="*/ 0 h 232"/>
                <a:gd name="T10" fmla="*/ 609 w 609"/>
                <a:gd name="T11" fmla="*/ 0 h 232"/>
                <a:gd name="T12" fmla="*/ 378 w 609"/>
                <a:gd name="T13" fmla="*/ 232 h 232"/>
                <a:gd name="T14" fmla="*/ 378 w 609"/>
                <a:gd name="T15" fmla="*/ 232 h 232"/>
                <a:gd name="T16" fmla="*/ 0 w 609"/>
                <a:gd name="T17" fmla="*/ 232 h 232"/>
                <a:gd name="T18" fmla="*/ 0 w 609"/>
                <a:gd name="T19" fmla="*/ 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9" h="232">
                  <a:moveTo>
                    <a:pt x="0" y="68"/>
                  </a:moveTo>
                  <a:cubicBezTo>
                    <a:pt x="378" y="68"/>
                    <a:pt x="378" y="68"/>
                    <a:pt x="378" y="68"/>
                  </a:cubicBezTo>
                  <a:cubicBezTo>
                    <a:pt x="378" y="68"/>
                    <a:pt x="378" y="68"/>
                    <a:pt x="378" y="68"/>
                  </a:cubicBezTo>
                  <a:cubicBezTo>
                    <a:pt x="379" y="68"/>
                    <a:pt x="380" y="68"/>
                    <a:pt x="381" y="68"/>
                  </a:cubicBezTo>
                  <a:cubicBezTo>
                    <a:pt x="418" y="68"/>
                    <a:pt x="449" y="37"/>
                    <a:pt x="449" y="0"/>
                  </a:cubicBezTo>
                  <a:cubicBezTo>
                    <a:pt x="609" y="0"/>
                    <a:pt x="609" y="0"/>
                    <a:pt x="609" y="0"/>
                  </a:cubicBezTo>
                  <a:cubicBezTo>
                    <a:pt x="609" y="128"/>
                    <a:pt x="506" y="232"/>
                    <a:pt x="378" y="232"/>
                  </a:cubicBezTo>
                  <a:cubicBezTo>
                    <a:pt x="378" y="232"/>
                    <a:pt x="378" y="232"/>
                    <a:pt x="378" y="232"/>
                  </a:cubicBezTo>
                  <a:cubicBezTo>
                    <a:pt x="0" y="232"/>
                    <a:pt x="0" y="232"/>
                    <a:pt x="0" y="232"/>
                  </a:cubicBezTo>
                  <a:lnTo>
                    <a:pt x="0" y="68"/>
                  </a:lnTo>
                  <a:close/>
                </a:path>
              </a:pathLst>
            </a:custGeom>
            <a:solidFill>
              <a:schemeClr val="accent2"/>
            </a:solidFill>
            <a:ln w="6" cap="flat">
              <a:noFill/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>
                <a:cs typeface="Manrope SemiBold" charset="0"/>
              </a:endParaRPr>
            </a:p>
          </p:txBody>
        </p:sp>
        <p:sp>
          <p:nvSpPr>
            <p:cNvPr id="38" name="Rectangle 13"/>
            <p:cNvSpPr/>
            <p:nvPr/>
          </p:nvSpPr>
          <p:spPr>
            <a:xfrm>
              <a:off x="4235240" y="2031920"/>
              <a:ext cx="2267161" cy="6120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600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Mengubah background</a:t>
              </a:r>
              <a:endParaRPr lang="en-US" altLang="zh-CN" sz="16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39" name="Rectangle 31"/>
            <p:cNvSpPr/>
            <p:nvPr/>
          </p:nvSpPr>
          <p:spPr>
            <a:xfrm>
              <a:off x="1187241" y="2156895"/>
              <a:ext cx="2267161" cy="3863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...................</a:t>
              </a:r>
              <a:endParaRPr lang="en-US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40" name="Rectangle 32"/>
            <p:cNvSpPr/>
            <p:nvPr/>
          </p:nvSpPr>
          <p:spPr>
            <a:xfrm>
              <a:off x="1383115" y="3829871"/>
              <a:ext cx="2397068" cy="8705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en-US" sz="1600" dirty="0">
                  <a:solidFill>
                    <a:schemeClr val="bg1"/>
                  </a:solidFill>
                  <a:latin typeface="+mn-ea"/>
                  <a:cs typeface="Manrope SemiBold" charset="0"/>
                  <a:sym typeface="+mn-ea"/>
                </a:rPr>
                <a:t>Mengubah font, ukuran, warna, dan format font</a:t>
              </a:r>
              <a:endParaRPr lang="en-US" altLang="zh-CN" sz="16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41" name="Rectangle 33"/>
            <p:cNvSpPr/>
            <p:nvPr/>
          </p:nvSpPr>
          <p:spPr>
            <a:xfrm>
              <a:off x="4705309" y="3727967"/>
              <a:ext cx="2832656" cy="109163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en-US" sz="1600" b="1" dirty="0">
                  <a:solidFill>
                    <a:schemeClr val="bg1"/>
                  </a:solidFill>
                  <a:latin typeface="+mn-ea"/>
                  <a:cs typeface="Manrope SemiBold" charset="0"/>
                  <a:sym typeface="+mn-ea"/>
                </a:rPr>
                <a:t>Mengatur lebar, tinggi dan warna element</a:t>
              </a:r>
              <a:endParaRPr lang="en-US" altLang="zh-CN" sz="1600" b="1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42" name="Rectangle 34"/>
            <p:cNvSpPr/>
            <p:nvPr/>
          </p:nvSpPr>
          <p:spPr>
            <a:xfrm>
              <a:off x="8331199" y="3886337"/>
              <a:ext cx="2032001" cy="870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en-US" sz="1600" dirty="0">
                  <a:solidFill>
                    <a:schemeClr val="bg1"/>
                  </a:solidFill>
                  <a:latin typeface="+mn-ea"/>
                  <a:cs typeface="Manrope SemiBold" charset="0"/>
                  <a:sym typeface="+mn-ea"/>
                </a:rPr>
                <a:t>Mengatur ukuran gambar</a:t>
              </a:r>
              <a:endParaRPr lang="en-US" altLang="zh-CN" sz="16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43" name="Rectangle 35"/>
            <p:cNvSpPr/>
            <p:nvPr/>
          </p:nvSpPr>
          <p:spPr>
            <a:xfrm>
              <a:off x="7749372" y="2179119"/>
              <a:ext cx="2207428" cy="6120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600" dirty="0">
                  <a:solidFill>
                    <a:schemeClr val="bg1"/>
                  </a:solidFill>
                  <a:latin typeface="+mj-ea"/>
                  <a:ea typeface="+mj-ea"/>
                  <a:cs typeface="Manrope SemiBold" charset="0"/>
                </a:rPr>
                <a:t>Mengatur posisi element</a:t>
              </a:r>
              <a:endParaRPr lang="en-US" altLang="zh-CN" sz="1600" dirty="0">
                <a:solidFill>
                  <a:schemeClr val="bg1"/>
                </a:solidFill>
                <a:latin typeface="+mj-ea"/>
                <a:ea typeface="+mj-ea"/>
                <a:cs typeface="Manrope SemiBold" charset="0"/>
              </a:endParaRPr>
            </a:p>
          </p:txBody>
        </p:sp>
        <p:sp>
          <p:nvSpPr>
            <p:cNvPr id="44" name="Oval 1"/>
            <p:cNvSpPr/>
            <p:nvPr/>
          </p:nvSpPr>
          <p:spPr>
            <a:xfrm>
              <a:off x="3736560" y="2125889"/>
              <a:ext cx="430518" cy="431800"/>
            </a:xfrm>
            <a:custGeom>
              <a:avLst/>
              <a:gdLst>
                <a:gd name="T0" fmla="*/ 8264 w 11898"/>
                <a:gd name="T1" fmla="*/ 11934 h 11934"/>
                <a:gd name="T2" fmla="*/ 6604 w 11898"/>
                <a:gd name="T3" fmla="*/ 7046 h 11934"/>
                <a:gd name="T4" fmla="*/ 7084 w 11898"/>
                <a:gd name="T5" fmla="*/ 6641 h 11934"/>
                <a:gd name="T6" fmla="*/ 11898 w 11898"/>
                <a:gd name="T7" fmla="*/ 8301 h 11934"/>
                <a:gd name="T8" fmla="*/ 10238 w 11898"/>
                <a:gd name="T9" fmla="*/ 11934 h 11934"/>
                <a:gd name="T10" fmla="*/ 7323 w 11898"/>
                <a:gd name="T11" fmla="*/ 10274 h 11934"/>
                <a:gd name="T12" fmla="*/ 10219 w 11898"/>
                <a:gd name="T13" fmla="*/ 11197 h 11934"/>
                <a:gd name="T14" fmla="*/ 11142 w 11898"/>
                <a:gd name="T15" fmla="*/ 8301 h 11934"/>
                <a:gd name="T16" fmla="*/ 7323 w 11898"/>
                <a:gd name="T17" fmla="*/ 7378 h 11934"/>
                <a:gd name="T18" fmla="*/ 1716 w 11898"/>
                <a:gd name="T19" fmla="*/ 11934 h 11934"/>
                <a:gd name="T20" fmla="*/ 0 w 11898"/>
                <a:gd name="T21" fmla="*/ 8374 h 11934"/>
                <a:gd name="T22" fmla="*/ 4815 w 11898"/>
                <a:gd name="T23" fmla="*/ 6659 h 11934"/>
                <a:gd name="T24" fmla="*/ 5294 w 11898"/>
                <a:gd name="T25" fmla="*/ 7065 h 11934"/>
                <a:gd name="T26" fmla="*/ 3560 w 11898"/>
                <a:gd name="T27" fmla="*/ 11934 h 11934"/>
                <a:gd name="T28" fmla="*/ 738 w 11898"/>
                <a:gd name="T29" fmla="*/ 8356 h 11934"/>
                <a:gd name="T30" fmla="*/ 1716 w 11898"/>
                <a:gd name="T31" fmla="*/ 11178 h 11934"/>
                <a:gd name="T32" fmla="*/ 4538 w 11898"/>
                <a:gd name="T33" fmla="*/ 10201 h 11934"/>
                <a:gd name="T34" fmla="*/ 1716 w 11898"/>
                <a:gd name="T35" fmla="*/ 7378 h 11934"/>
                <a:gd name="T36" fmla="*/ 1624 w 11898"/>
                <a:gd name="T37" fmla="*/ 5312 h 11934"/>
                <a:gd name="T38" fmla="*/ 0 w 11898"/>
                <a:gd name="T39" fmla="*/ 1642 h 11934"/>
                <a:gd name="T40" fmla="*/ 3671 w 11898"/>
                <a:gd name="T41" fmla="*/ 18 h 11934"/>
                <a:gd name="T42" fmla="*/ 5294 w 11898"/>
                <a:gd name="T43" fmla="*/ 4907 h 11934"/>
                <a:gd name="T44" fmla="*/ 4815 w 11898"/>
                <a:gd name="T45" fmla="*/ 5312 h 11934"/>
                <a:gd name="T46" fmla="*/ 720 w 11898"/>
                <a:gd name="T47" fmla="*/ 1623 h 11934"/>
                <a:gd name="T48" fmla="*/ 1605 w 11898"/>
                <a:gd name="T49" fmla="*/ 4575 h 11934"/>
                <a:gd name="T50" fmla="*/ 4538 w 11898"/>
                <a:gd name="T51" fmla="*/ 1642 h 11934"/>
                <a:gd name="T52" fmla="*/ 1605 w 11898"/>
                <a:gd name="T53" fmla="*/ 756 h 11934"/>
                <a:gd name="T54" fmla="*/ 10219 w 11898"/>
                <a:gd name="T55" fmla="*/ 5312 h 11934"/>
                <a:gd name="T56" fmla="*/ 6899 w 11898"/>
                <a:gd name="T57" fmla="*/ 5275 h 11934"/>
                <a:gd name="T58" fmla="*/ 6586 w 11898"/>
                <a:gd name="T59" fmla="*/ 1679 h 11934"/>
                <a:gd name="T60" fmla="*/ 10219 w 11898"/>
                <a:gd name="T61" fmla="*/ 0 h 11934"/>
                <a:gd name="T62" fmla="*/ 11898 w 11898"/>
                <a:gd name="T63" fmla="*/ 3634 h 11934"/>
                <a:gd name="T64" fmla="*/ 7323 w 11898"/>
                <a:gd name="T65" fmla="*/ 4574 h 11934"/>
                <a:gd name="T66" fmla="*/ 11142 w 11898"/>
                <a:gd name="T67" fmla="*/ 3634 h 11934"/>
                <a:gd name="T68" fmla="*/ 10201 w 11898"/>
                <a:gd name="T69" fmla="*/ 738 h 11934"/>
                <a:gd name="T70" fmla="*/ 7305 w 11898"/>
                <a:gd name="T71" fmla="*/ 1678 h 11934"/>
                <a:gd name="T72" fmla="*/ 7323 w 11898"/>
                <a:gd name="T73" fmla="*/ 4574 h 11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98" h="11934">
                  <a:moveTo>
                    <a:pt x="10238" y="11934"/>
                  </a:moveTo>
                  <a:lnTo>
                    <a:pt x="8264" y="11934"/>
                  </a:lnTo>
                  <a:cubicBezTo>
                    <a:pt x="7342" y="11934"/>
                    <a:pt x="6604" y="11197"/>
                    <a:pt x="6604" y="10274"/>
                  </a:cubicBezTo>
                  <a:lnTo>
                    <a:pt x="6604" y="7046"/>
                  </a:lnTo>
                  <a:cubicBezTo>
                    <a:pt x="6604" y="6862"/>
                    <a:pt x="6733" y="6714"/>
                    <a:pt x="6918" y="6677"/>
                  </a:cubicBezTo>
                  <a:cubicBezTo>
                    <a:pt x="6973" y="6659"/>
                    <a:pt x="7028" y="6641"/>
                    <a:pt x="7084" y="6641"/>
                  </a:cubicBezTo>
                  <a:lnTo>
                    <a:pt x="10238" y="6641"/>
                  </a:lnTo>
                  <a:cubicBezTo>
                    <a:pt x="11160" y="6641"/>
                    <a:pt x="11898" y="7378"/>
                    <a:pt x="11898" y="8301"/>
                  </a:cubicBezTo>
                  <a:lnTo>
                    <a:pt x="11898" y="10274"/>
                  </a:lnTo>
                  <a:cubicBezTo>
                    <a:pt x="11879" y="11178"/>
                    <a:pt x="11142" y="11934"/>
                    <a:pt x="10238" y="11934"/>
                  </a:cubicBezTo>
                  <a:close/>
                  <a:moveTo>
                    <a:pt x="7323" y="7378"/>
                  </a:moveTo>
                  <a:lnTo>
                    <a:pt x="7323" y="10274"/>
                  </a:lnTo>
                  <a:cubicBezTo>
                    <a:pt x="7323" y="10772"/>
                    <a:pt x="7729" y="11197"/>
                    <a:pt x="8246" y="11197"/>
                  </a:cubicBezTo>
                  <a:lnTo>
                    <a:pt x="10219" y="11197"/>
                  </a:lnTo>
                  <a:cubicBezTo>
                    <a:pt x="10717" y="11197"/>
                    <a:pt x="11142" y="10791"/>
                    <a:pt x="11142" y="10274"/>
                  </a:cubicBezTo>
                  <a:lnTo>
                    <a:pt x="11142" y="8301"/>
                  </a:lnTo>
                  <a:cubicBezTo>
                    <a:pt x="11142" y="7803"/>
                    <a:pt x="10736" y="7378"/>
                    <a:pt x="10219" y="7378"/>
                  </a:cubicBezTo>
                  <a:lnTo>
                    <a:pt x="7323" y="7378"/>
                  </a:lnTo>
                  <a:close/>
                  <a:moveTo>
                    <a:pt x="3560" y="11934"/>
                  </a:moveTo>
                  <a:lnTo>
                    <a:pt x="1716" y="11934"/>
                  </a:lnTo>
                  <a:cubicBezTo>
                    <a:pt x="757" y="11934"/>
                    <a:pt x="0" y="11160"/>
                    <a:pt x="0" y="10219"/>
                  </a:cubicBezTo>
                  <a:lnTo>
                    <a:pt x="0" y="8374"/>
                  </a:lnTo>
                  <a:cubicBezTo>
                    <a:pt x="0" y="7415"/>
                    <a:pt x="775" y="6659"/>
                    <a:pt x="1716" y="6659"/>
                  </a:cubicBezTo>
                  <a:lnTo>
                    <a:pt x="4815" y="6659"/>
                  </a:lnTo>
                  <a:cubicBezTo>
                    <a:pt x="4870" y="6659"/>
                    <a:pt x="4925" y="6677"/>
                    <a:pt x="4981" y="6696"/>
                  </a:cubicBezTo>
                  <a:cubicBezTo>
                    <a:pt x="5165" y="6714"/>
                    <a:pt x="5294" y="6880"/>
                    <a:pt x="5294" y="7065"/>
                  </a:cubicBezTo>
                  <a:lnTo>
                    <a:pt x="5294" y="10237"/>
                  </a:lnTo>
                  <a:cubicBezTo>
                    <a:pt x="5294" y="11160"/>
                    <a:pt x="4519" y="11934"/>
                    <a:pt x="3560" y="11934"/>
                  </a:cubicBezTo>
                  <a:close/>
                  <a:moveTo>
                    <a:pt x="1716" y="7378"/>
                  </a:moveTo>
                  <a:cubicBezTo>
                    <a:pt x="1181" y="7378"/>
                    <a:pt x="738" y="7821"/>
                    <a:pt x="738" y="8356"/>
                  </a:cubicBezTo>
                  <a:lnTo>
                    <a:pt x="738" y="10201"/>
                  </a:lnTo>
                  <a:cubicBezTo>
                    <a:pt x="738" y="10754"/>
                    <a:pt x="1181" y="11178"/>
                    <a:pt x="1716" y="11178"/>
                  </a:cubicBezTo>
                  <a:lnTo>
                    <a:pt x="3560" y="11178"/>
                  </a:lnTo>
                  <a:cubicBezTo>
                    <a:pt x="4095" y="11178"/>
                    <a:pt x="4538" y="10736"/>
                    <a:pt x="4538" y="10201"/>
                  </a:cubicBezTo>
                  <a:lnTo>
                    <a:pt x="4538" y="7378"/>
                  </a:lnTo>
                  <a:lnTo>
                    <a:pt x="1716" y="7378"/>
                  </a:lnTo>
                  <a:close/>
                  <a:moveTo>
                    <a:pt x="4815" y="5312"/>
                  </a:moveTo>
                  <a:lnTo>
                    <a:pt x="1624" y="5312"/>
                  </a:lnTo>
                  <a:cubicBezTo>
                    <a:pt x="720" y="5312"/>
                    <a:pt x="0" y="4593"/>
                    <a:pt x="0" y="3689"/>
                  </a:cubicBezTo>
                  <a:lnTo>
                    <a:pt x="0" y="1642"/>
                  </a:lnTo>
                  <a:cubicBezTo>
                    <a:pt x="0" y="738"/>
                    <a:pt x="720" y="18"/>
                    <a:pt x="1624" y="18"/>
                  </a:cubicBezTo>
                  <a:lnTo>
                    <a:pt x="3671" y="18"/>
                  </a:lnTo>
                  <a:cubicBezTo>
                    <a:pt x="4575" y="18"/>
                    <a:pt x="5294" y="738"/>
                    <a:pt x="5294" y="1642"/>
                  </a:cubicBezTo>
                  <a:lnTo>
                    <a:pt x="5294" y="4907"/>
                  </a:lnTo>
                  <a:cubicBezTo>
                    <a:pt x="5294" y="5091"/>
                    <a:pt x="5165" y="5239"/>
                    <a:pt x="4981" y="5276"/>
                  </a:cubicBezTo>
                  <a:cubicBezTo>
                    <a:pt x="4925" y="5294"/>
                    <a:pt x="4870" y="5312"/>
                    <a:pt x="4815" y="5312"/>
                  </a:cubicBezTo>
                  <a:close/>
                  <a:moveTo>
                    <a:pt x="1605" y="738"/>
                  </a:moveTo>
                  <a:cubicBezTo>
                    <a:pt x="1125" y="738"/>
                    <a:pt x="720" y="1144"/>
                    <a:pt x="720" y="1623"/>
                  </a:cubicBezTo>
                  <a:lnTo>
                    <a:pt x="720" y="3689"/>
                  </a:lnTo>
                  <a:cubicBezTo>
                    <a:pt x="720" y="4169"/>
                    <a:pt x="1125" y="4575"/>
                    <a:pt x="1605" y="4575"/>
                  </a:cubicBezTo>
                  <a:lnTo>
                    <a:pt x="4538" y="4575"/>
                  </a:lnTo>
                  <a:lnTo>
                    <a:pt x="4538" y="1642"/>
                  </a:lnTo>
                  <a:cubicBezTo>
                    <a:pt x="4538" y="1162"/>
                    <a:pt x="4132" y="756"/>
                    <a:pt x="3653" y="756"/>
                  </a:cubicBezTo>
                  <a:lnTo>
                    <a:pt x="1605" y="756"/>
                  </a:lnTo>
                  <a:lnTo>
                    <a:pt x="1605" y="738"/>
                  </a:lnTo>
                  <a:close/>
                  <a:moveTo>
                    <a:pt x="10219" y="5312"/>
                  </a:moveTo>
                  <a:lnTo>
                    <a:pt x="7065" y="5312"/>
                  </a:lnTo>
                  <a:cubicBezTo>
                    <a:pt x="7010" y="5312"/>
                    <a:pt x="6954" y="5294"/>
                    <a:pt x="6899" y="5275"/>
                  </a:cubicBezTo>
                  <a:cubicBezTo>
                    <a:pt x="6715" y="5257"/>
                    <a:pt x="6586" y="5091"/>
                    <a:pt x="6586" y="4907"/>
                  </a:cubicBezTo>
                  <a:lnTo>
                    <a:pt x="6586" y="1679"/>
                  </a:lnTo>
                  <a:cubicBezTo>
                    <a:pt x="6586" y="756"/>
                    <a:pt x="7342" y="0"/>
                    <a:pt x="8264" y="0"/>
                  </a:cubicBezTo>
                  <a:lnTo>
                    <a:pt x="10219" y="0"/>
                  </a:lnTo>
                  <a:cubicBezTo>
                    <a:pt x="11142" y="0"/>
                    <a:pt x="11898" y="756"/>
                    <a:pt x="11898" y="1679"/>
                  </a:cubicBezTo>
                  <a:lnTo>
                    <a:pt x="11898" y="3634"/>
                  </a:lnTo>
                  <a:cubicBezTo>
                    <a:pt x="11880" y="4556"/>
                    <a:pt x="11142" y="5312"/>
                    <a:pt x="10219" y="5312"/>
                  </a:cubicBezTo>
                  <a:close/>
                  <a:moveTo>
                    <a:pt x="7323" y="4574"/>
                  </a:moveTo>
                  <a:lnTo>
                    <a:pt x="10201" y="4574"/>
                  </a:lnTo>
                  <a:cubicBezTo>
                    <a:pt x="10717" y="4574"/>
                    <a:pt x="11142" y="4150"/>
                    <a:pt x="11142" y="3634"/>
                  </a:cubicBezTo>
                  <a:lnTo>
                    <a:pt x="11142" y="1678"/>
                  </a:lnTo>
                  <a:cubicBezTo>
                    <a:pt x="11142" y="1162"/>
                    <a:pt x="10717" y="738"/>
                    <a:pt x="10201" y="738"/>
                  </a:cubicBezTo>
                  <a:lnTo>
                    <a:pt x="8246" y="738"/>
                  </a:lnTo>
                  <a:cubicBezTo>
                    <a:pt x="7729" y="738"/>
                    <a:pt x="7305" y="1162"/>
                    <a:pt x="7305" y="1678"/>
                  </a:cubicBezTo>
                  <a:lnTo>
                    <a:pt x="7305" y="4574"/>
                  </a:lnTo>
                  <a:lnTo>
                    <a:pt x="7323" y="45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ontserrat ExtraBold" panose="00000900000000000000" pitchFamily="2" charset="0"/>
              </a:endParaRPr>
            </a:p>
          </p:txBody>
        </p:sp>
        <p:sp>
          <p:nvSpPr>
            <p:cNvPr id="45" name="Oval 36"/>
            <p:cNvSpPr/>
            <p:nvPr/>
          </p:nvSpPr>
          <p:spPr>
            <a:xfrm>
              <a:off x="6703487" y="2133104"/>
              <a:ext cx="431800" cy="417371"/>
            </a:xfrm>
            <a:custGeom>
              <a:avLst/>
              <a:gdLst>
                <a:gd name="T0" fmla="*/ 8000 w 9600"/>
                <a:gd name="T1" fmla="*/ 960 h 9280"/>
                <a:gd name="T2" fmla="*/ 7360 w 9600"/>
                <a:gd name="T3" fmla="*/ 960 h 9280"/>
                <a:gd name="T4" fmla="*/ 7360 w 9600"/>
                <a:gd name="T5" fmla="*/ 320 h 9280"/>
                <a:gd name="T6" fmla="*/ 7040 w 9600"/>
                <a:gd name="T7" fmla="*/ 0 h 9280"/>
                <a:gd name="T8" fmla="*/ 6720 w 9600"/>
                <a:gd name="T9" fmla="*/ 320 h 9280"/>
                <a:gd name="T10" fmla="*/ 6720 w 9600"/>
                <a:gd name="T11" fmla="*/ 960 h 9280"/>
                <a:gd name="T12" fmla="*/ 2880 w 9600"/>
                <a:gd name="T13" fmla="*/ 960 h 9280"/>
                <a:gd name="T14" fmla="*/ 2880 w 9600"/>
                <a:gd name="T15" fmla="*/ 320 h 9280"/>
                <a:gd name="T16" fmla="*/ 2560 w 9600"/>
                <a:gd name="T17" fmla="*/ 0 h 9280"/>
                <a:gd name="T18" fmla="*/ 2240 w 9600"/>
                <a:gd name="T19" fmla="*/ 320 h 9280"/>
                <a:gd name="T20" fmla="*/ 2240 w 9600"/>
                <a:gd name="T21" fmla="*/ 960 h 9280"/>
                <a:gd name="T22" fmla="*/ 1600 w 9600"/>
                <a:gd name="T23" fmla="*/ 960 h 9280"/>
                <a:gd name="T24" fmla="*/ 0 w 9600"/>
                <a:gd name="T25" fmla="*/ 2560 h 9280"/>
                <a:gd name="T26" fmla="*/ 0 w 9600"/>
                <a:gd name="T27" fmla="*/ 7680 h 9280"/>
                <a:gd name="T28" fmla="*/ 1600 w 9600"/>
                <a:gd name="T29" fmla="*/ 9280 h 9280"/>
                <a:gd name="T30" fmla="*/ 8000 w 9600"/>
                <a:gd name="T31" fmla="*/ 9280 h 9280"/>
                <a:gd name="T32" fmla="*/ 9600 w 9600"/>
                <a:gd name="T33" fmla="*/ 7680 h 9280"/>
                <a:gd name="T34" fmla="*/ 9600 w 9600"/>
                <a:gd name="T35" fmla="*/ 2560 h 9280"/>
                <a:gd name="T36" fmla="*/ 8000 w 9600"/>
                <a:gd name="T37" fmla="*/ 960 h 9280"/>
                <a:gd name="T38" fmla="*/ 640 w 9600"/>
                <a:gd name="T39" fmla="*/ 2560 h 9280"/>
                <a:gd name="T40" fmla="*/ 1600 w 9600"/>
                <a:gd name="T41" fmla="*/ 1600 h 9280"/>
                <a:gd name="T42" fmla="*/ 2240 w 9600"/>
                <a:gd name="T43" fmla="*/ 1600 h 9280"/>
                <a:gd name="T44" fmla="*/ 2240 w 9600"/>
                <a:gd name="T45" fmla="*/ 3520 h 9280"/>
                <a:gd name="T46" fmla="*/ 2560 w 9600"/>
                <a:gd name="T47" fmla="*/ 3840 h 9280"/>
                <a:gd name="T48" fmla="*/ 2880 w 9600"/>
                <a:gd name="T49" fmla="*/ 3520 h 9280"/>
                <a:gd name="T50" fmla="*/ 2880 w 9600"/>
                <a:gd name="T51" fmla="*/ 1600 h 9280"/>
                <a:gd name="T52" fmla="*/ 6720 w 9600"/>
                <a:gd name="T53" fmla="*/ 1600 h 9280"/>
                <a:gd name="T54" fmla="*/ 6720 w 9600"/>
                <a:gd name="T55" fmla="*/ 3520 h 9280"/>
                <a:gd name="T56" fmla="*/ 7040 w 9600"/>
                <a:gd name="T57" fmla="*/ 3840 h 9280"/>
                <a:gd name="T58" fmla="*/ 7360 w 9600"/>
                <a:gd name="T59" fmla="*/ 3520 h 9280"/>
                <a:gd name="T60" fmla="*/ 7360 w 9600"/>
                <a:gd name="T61" fmla="*/ 1600 h 9280"/>
                <a:gd name="T62" fmla="*/ 8000 w 9600"/>
                <a:gd name="T63" fmla="*/ 1600 h 9280"/>
                <a:gd name="T64" fmla="*/ 8960 w 9600"/>
                <a:gd name="T65" fmla="*/ 2560 h 9280"/>
                <a:gd name="T66" fmla="*/ 8960 w 9600"/>
                <a:gd name="T67" fmla="*/ 4480 h 9280"/>
                <a:gd name="T68" fmla="*/ 640 w 9600"/>
                <a:gd name="T69" fmla="*/ 4480 h 9280"/>
                <a:gd name="T70" fmla="*/ 640 w 9600"/>
                <a:gd name="T71" fmla="*/ 2560 h 9280"/>
                <a:gd name="T72" fmla="*/ 8960 w 9600"/>
                <a:gd name="T73" fmla="*/ 7680 h 9280"/>
                <a:gd name="T74" fmla="*/ 8000 w 9600"/>
                <a:gd name="T75" fmla="*/ 8640 h 9280"/>
                <a:gd name="T76" fmla="*/ 1600 w 9600"/>
                <a:gd name="T77" fmla="*/ 8640 h 9280"/>
                <a:gd name="T78" fmla="*/ 640 w 9600"/>
                <a:gd name="T79" fmla="*/ 7680 h 9280"/>
                <a:gd name="T80" fmla="*/ 640 w 9600"/>
                <a:gd name="T81" fmla="*/ 5120 h 9280"/>
                <a:gd name="T82" fmla="*/ 8960 w 9600"/>
                <a:gd name="T83" fmla="*/ 5120 h 9280"/>
                <a:gd name="T84" fmla="*/ 8960 w 9600"/>
                <a:gd name="T85" fmla="*/ 7680 h 9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00" h="9280">
                  <a:moveTo>
                    <a:pt x="8000" y="960"/>
                  </a:moveTo>
                  <a:lnTo>
                    <a:pt x="7360" y="960"/>
                  </a:lnTo>
                  <a:lnTo>
                    <a:pt x="7360" y="320"/>
                  </a:lnTo>
                  <a:cubicBezTo>
                    <a:pt x="7360" y="144"/>
                    <a:pt x="7217" y="0"/>
                    <a:pt x="7040" y="0"/>
                  </a:cubicBezTo>
                  <a:cubicBezTo>
                    <a:pt x="6863" y="0"/>
                    <a:pt x="6720" y="144"/>
                    <a:pt x="6720" y="320"/>
                  </a:cubicBezTo>
                  <a:lnTo>
                    <a:pt x="6720" y="960"/>
                  </a:lnTo>
                  <a:lnTo>
                    <a:pt x="2880" y="960"/>
                  </a:lnTo>
                  <a:lnTo>
                    <a:pt x="2880" y="320"/>
                  </a:lnTo>
                  <a:cubicBezTo>
                    <a:pt x="2880" y="144"/>
                    <a:pt x="2737" y="0"/>
                    <a:pt x="2560" y="0"/>
                  </a:cubicBezTo>
                  <a:cubicBezTo>
                    <a:pt x="2383" y="0"/>
                    <a:pt x="2240" y="144"/>
                    <a:pt x="2240" y="320"/>
                  </a:cubicBezTo>
                  <a:lnTo>
                    <a:pt x="2240" y="960"/>
                  </a:lnTo>
                  <a:lnTo>
                    <a:pt x="1600" y="960"/>
                  </a:lnTo>
                  <a:cubicBezTo>
                    <a:pt x="716" y="960"/>
                    <a:pt x="0" y="1677"/>
                    <a:pt x="0" y="2560"/>
                  </a:cubicBezTo>
                  <a:lnTo>
                    <a:pt x="0" y="7680"/>
                  </a:lnTo>
                  <a:cubicBezTo>
                    <a:pt x="0" y="8564"/>
                    <a:pt x="716" y="9280"/>
                    <a:pt x="1600" y="9280"/>
                  </a:cubicBezTo>
                  <a:lnTo>
                    <a:pt x="8000" y="9280"/>
                  </a:lnTo>
                  <a:cubicBezTo>
                    <a:pt x="8884" y="9280"/>
                    <a:pt x="9600" y="8564"/>
                    <a:pt x="9600" y="7680"/>
                  </a:cubicBezTo>
                  <a:lnTo>
                    <a:pt x="9600" y="2560"/>
                  </a:lnTo>
                  <a:cubicBezTo>
                    <a:pt x="9600" y="1677"/>
                    <a:pt x="8884" y="960"/>
                    <a:pt x="8000" y="960"/>
                  </a:cubicBezTo>
                  <a:close/>
                  <a:moveTo>
                    <a:pt x="640" y="2560"/>
                  </a:moveTo>
                  <a:cubicBezTo>
                    <a:pt x="640" y="2030"/>
                    <a:pt x="1070" y="1600"/>
                    <a:pt x="1600" y="1600"/>
                  </a:cubicBezTo>
                  <a:lnTo>
                    <a:pt x="2240" y="1600"/>
                  </a:lnTo>
                  <a:lnTo>
                    <a:pt x="2240" y="3520"/>
                  </a:lnTo>
                  <a:cubicBezTo>
                    <a:pt x="2240" y="3697"/>
                    <a:pt x="2383" y="3840"/>
                    <a:pt x="2560" y="3840"/>
                  </a:cubicBezTo>
                  <a:cubicBezTo>
                    <a:pt x="2737" y="3840"/>
                    <a:pt x="2880" y="3697"/>
                    <a:pt x="2880" y="3520"/>
                  </a:cubicBezTo>
                  <a:lnTo>
                    <a:pt x="2880" y="1600"/>
                  </a:lnTo>
                  <a:lnTo>
                    <a:pt x="6720" y="1600"/>
                  </a:lnTo>
                  <a:lnTo>
                    <a:pt x="6720" y="3520"/>
                  </a:lnTo>
                  <a:cubicBezTo>
                    <a:pt x="6720" y="3697"/>
                    <a:pt x="6863" y="3840"/>
                    <a:pt x="7040" y="3840"/>
                  </a:cubicBezTo>
                  <a:cubicBezTo>
                    <a:pt x="7217" y="3840"/>
                    <a:pt x="7360" y="3697"/>
                    <a:pt x="7360" y="3520"/>
                  </a:cubicBezTo>
                  <a:lnTo>
                    <a:pt x="7360" y="1600"/>
                  </a:lnTo>
                  <a:lnTo>
                    <a:pt x="8000" y="1600"/>
                  </a:lnTo>
                  <a:cubicBezTo>
                    <a:pt x="8530" y="1600"/>
                    <a:pt x="8960" y="2030"/>
                    <a:pt x="8960" y="2560"/>
                  </a:cubicBezTo>
                  <a:lnTo>
                    <a:pt x="8960" y="4480"/>
                  </a:lnTo>
                  <a:lnTo>
                    <a:pt x="640" y="4480"/>
                  </a:lnTo>
                  <a:lnTo>
                    <a:pt x="640" y="2560"/>
                  </a:lnTo>
                  <a:close/>
                  <a:moveTo>
                    <a:pt x="8960" y="7680"/>
                  </a:moveTo>
                  <a:cubicBezTo>
                    <a:pt x="8960" y="8211"/>
                    <a:pt x="8530" y="8640"/>
                    <a:pt x="8000" y="8640"/>
                  </a:cubicBezTo>
                  <a:lnTo>
                    <a:pt x="1600" y="8640"/>
                  </a:lnTo>
                  <a:cubicBezTo>
                    <a:pt x="1070" y="8640"/>
                    <a:pt x="640" y="8211"/>
                    <a:pt x="640" y="7680"/>
                  </a:cubicBezTo>
                  <a:lnTo>
                    <a:pt x="640" y="5120"/>
                  </a:lnTo>
                  <a:lnTo>
                    <a:pt x="8960" y="5120"/>
                  </a:lnTo>
                  <a:lnTo>
                    <a:pt x="8960" y="76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ontserrat ExtraBold" panose="00000900000000000000" pitchFamily="2" charset="0"/>
              </a:endParaRPr>
            </a:p>
          </p:txBody>
        </p:sp>
        <p:sp>
          <p:nvSpPr>
            <p:cNvPr id="46" name="Oval 37"/>
            <p:cNvSpPr/>
            <p:nvPr/>
          </p:nvSpPr>
          <p:spPr>
            <a:xfrm>
              <a:off x="10458454" y="2516453"/>
              <a:ext cx="431800" cy="336589"/>
            </a:xfrm>
            <a:custGeom>
              <a:avLst/>
              <a:gdLst>
                <a:gd name="T0" fmla="*/ 11158 w 12744"/>
                <a:gd name="T1" fmla="*/ 0 h 9934"/>
                <a:gd name="T2" fmla="*/ 1586 w 12744"/>
                <a:gd name="T3" fmla="*/ 0 h 9934"/>
                <a:gd name="T4" fmla="*/ 0 w 12744"/>
                <a:gd name="T5" fmla="*/ 1586 h 9934"/>
                <a:gd name="T6" fmla="*/ 0 w 12744"/>
                <a:gd name="T7" fmla="*/ 8348 h 9934"/>
                <a:gd name="T8" fmla="*/ 1586 w 12744"/>
                <a:gd name="T9" fmla="*/ 9934 h 9934"/>
                <a:gd name="T10" fmla="*/ 11130 w 12744"/>
                <a:gd name="T11" fmla="*/ 9934 h 9934"/>
                <a:gd name="T12" fmla="*/ 12716 w 12744"/>
                <a:gd name="T13" fmla="*/ 8348 h 9934"/>
                <a:gd name="T14" fmla="*/ 12716 w 12744"/>
                <a:gd name="T15" fmla="*/ 1586 h 9934"/>
                <a:gd name="T16" fmla="*/ 11158 w 12744"/>
                <a:gd name="T17" fmla="*/ 0 h 9934"/>
                <a:gd name="T18" fmla="*/ 11937 w 12744"/>
                <a:gd name="T19" fmla="*/ 8765 h 9934"/>
                <a:gd name="T20" fmla="*/ 11548 w 12744"/>
                <a:gd name="T21" fmla="*/ 9155 h 9934"/>
                <a:gd name="T22" fmla="*/ 1196 w 12744"/>
                <a:gd name="T23" fmla="*/ 9155 h 9934"/>
                <a:gd name="T24" fmla="*/ 807 w 12744"/>
                <a:gd name="T25" fmla="*/ 8765 h 9934"/>
                <a:gd name="T26" fmla="*/ 807 w 12744"/>
                <a:gd name="T27" fmla="*/ 1197 h 9934"/>
                <a:gd name="T28" fmla="*/ 1196 w 12744"/>
                <a:gd name="T29" fmla="*/ 807 h 9934"/>
                <a:gd name="T30" fmla="*/ 11548 w 12744"/>
                <a:gd name="T31" fmla="*/ 807 h 9934"/>
                <a:gd name="T32" fmla="*/ 11937 w 12744"/>
                <a:gd name="T33" fmla="*/ 1197 h 9934"/>
                <a:gd name="T34" fmla="*/ 11937 w 12744"/>
                <a:gd name="T35" fmla="*/ 8765 h 9934"/>
                <a:gd name="T36" fmla="*/ 10073 w 12744"/>
                <a:gd name="T37" fmla="*/ 2477 h 9934"/>
                <a:gd name="T38" fmla="*/ 6650 w 12744"/>
                <a:gd name="T39" fmla="*/ 5343 h 9934"/>
                <a:gd name="T40" fmla="*/ 6066 w 12744"/>
                <a:gd name="T41" fmla="*/ 5343 h 9934"/>
                <a:gd name="T42" fmla="*/ 2643 w 12744"/>
                <a:gd name="T43" fmla="*/ 2477 h 9934"/>
                <a:gd name="T44" fmla="*/ 2115 w 12744"/>
                <a:gd name="T45" fmla="*/ 2504 h 9934"/>
                <a:gd name="T46" fmla="*/ 2142 w 12744"/>
                <a:gd name="T47" fmla="*/ 3089 h 9934"/>
                <a:gd name="T48" fmla="*/ 6010 w 12744"/>
                <a:gd name="T49" fmla="*/ 6317 h 9934"/>
                <a:gd name="T50" fmla="*/ 6734 w 12744"/>
                <a:gd name="T51" fmla="*/ 6317 h 9934"/>
                <a:gd name="T52" fmla="*/ 10602 w 12744"/>
                <a:gd name="T53" fmla="*/ 3089 h 9934"/>
                <a:gd name="T54" fmla="*/ 10629 w 12744"/>
                <a:gd name="T55" fmla="*/ 2504 h 9934"/>
                <a:gd name="T56" fmla="*/ 10073 w 12744"/>
                <a:gd name="T57" fmla="*/ 2477 h 9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744" h="9934">
                  <a:moveTo>
                    <a:pt x="11158" y="0"/>
                  </a:moveTo>
                  <a:lnTo>
                    <a:pt x="1586" y="0"/>
                  </a:lnTo>
                  <a:cubicBezTo>
                    <a:pt x="723" y="0"/>
                    <a:pt x="0" y="724"/>
                    <a:pt x="0" y="1586"/>
                  </a:cubicBezTo>
                  <a:lnTo>
                    <a:pt x="0" y="8348"/>
                  </a:lnTo>
                  <a:cubicBezTo>
                    <a:pt x="0" y="9211"/>
                    <a:pt x="723" y="9934"/>
                    <a:pt x="1586" y="9934"/>
                  </a:cubicBezTo>
                  <a:lnTo>
                    <a:pt x="11130" y="9934"/>
                  </a:lnTo>
                  <a:cubicBezTo>
                    <a:pt x="11993" y="9934"/>
                    <a:pt x="12716" y="9211"/>
                    <a:pt x="12716" y="8348"/>
                  </a:cubicBezTo>
                  <a:lnTo>
                    <a:pt x="12716" y="1586"/>
                  </a:lnTo>
                  <a:cubicBezTo>
                    <a:pt x="12744" y="724"/>
                    <a:pt x="12021" y="0"/>
                    <a:pt x="11158" y="0"/>
                  </a:cubicBezTo>
                  <a:close/>
                  <a:moveTo>
                    <a:pt x="11937" y="8765"/>
                  </a:moveTo>
                  <a:cubicBezTo>
                    <a:pt x="11937" y="9016"/>
                    <a:pt x="11770" y="9155"/>
                    <a:pt x="11548" y="9155"/>
                  </a:cubicBezTo>
                  <a:lnTo>
                    <a:pt x="1196" y="9155"/>
                  </a:lnTo>
                  <a:cubicBezTo>
                    <a:pt x="974" y="9155"/>
                    <a:pt x="807" y="8988"/>
                    <a:pt x="807" y="8765"/>
                  </a:cubicBezTo>
                  <a:lnTo>
                    <a:pt x="807" y="1197"/>
                  </a:lnTo>
                  <a:cubicBezTo>
                    <a:pt x="807" y="974"/>
                    <a:pt x="974" y="807"/>
                    <a:pt x="1196" y="807"/>
                  </a:cubicBezTo>
                  <a:lnTo>
                    <a:pt x="11548" y="807"/>
                  </a:lnTo>
                  <a:cubicBezTo>
                    <a:pt x="11770" y="807"/>
                    <a:pt x="11937" y="974"/>
                    <a:pt x="11937" y="1197"/>
                  </a:cubicBezTo>
                  <a:lnTo>
                    <a:pt x="11937" y="8765"/>
                  </a:lnTo>
                  <a:close/>
                  <a:moveTo>
                    <a:pt x="10073" y="2477"/>
                  </a:moveTo>
                  <a:lnTo>
                    <a:pt x="6650" y="5343"/>
                  </a:lnTo>
                  <a:cubicBezTo>
                    <a:pt x="6483" y="5510"/>
                    <a:pt x="6261" y="5510"/>
                    <a:pt x="6066" y="5343"/>
                  </a:cubicBezTo>
                  <a:lnTo>
                    <a:pt x="2643" y="2477"/>
                  </a:lnTo>
                  <a:cubicBezTo>
                    <a:pt x="2476" y="2365"/>
                    <a:pt x="2254" y="2365"/>
                    <a:pt x="2115" y="2504"/>
                  </a:cubicBezTo>
                  <a:cubicBezTo>
                    <a:pt x="1948" y="2671"/>
                    <a:pt x="1948" y="2950"/>
                    <a:pt x="2142" y="3089"/>
                  </a:cubicBezTo>
                  <a:lnTo>
                    <a:pt x="6010" y="6317"/>
                  </a:lnTo>
                  <a:cubicBezTo>
                    <a:pt x="6205" y="6484"/>
                    <a:pt x="6539" y="6484"/>
                    <a:pt x="6734" y="6317"/>
                  </a:cubicBezTo>
                  <a:lnTo>
                    <a:pt x="10602" y="3089"/>
                  </a:lnTo>
                  <a:cubicBezTo>
                    <a:pt x="10769" y="2922"/>
                    <a:pt x="10796" y="2644"/>
                    <a:pt x="10629" y="2504"/>
                  </a:cubicBezTo>
                  <a:cubicBezTo>
                    <a:pt x="10462" y="2365"/>
                    <a:pt x="10240" y="2365"/>
                    <a:pt x="10073" y="24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ontserrat ExtraBold" panose="00000900000000000000" pitchFamily="2" charset="0"/>
              </a:endParaRPr>
            </a:p>
          </p:txBody>
        </p:sp>
        <p:sp>
          <p:nvSpPr>
            <p:cNvPr id="47" name="Oval 38"/>
            <p:cNvSpPr/>
            <p:nvPr/>
          </p:nvSpPr>
          <p:spPr>
            <a:xfrm>
              <a:off x="10467667" y="3647027"/>
              <a:ext cx="413373" cy="431800"/>
            </a:xfrm>
            <a:custGeom>
              <a:avLst/>
              <a:gdLst>
                <a:gd name="connsiteX0" fmla="*/ 256978 w 514056"/>
                <a:gd name="connsiteY0" fmla="*/ 195458 h 536971"/>
                <a:gd name="connsiteX1" fmla="*/ 172648 w 514056"/>
                <a:gd name="connsiteY1" fmla="*/ 279865 h 536971"/>
                <a:gd name="connsiteX2" fmla="*/ 256978 w 514056"/>
                <a:gd name="connsiteY2" fmla="*/ 364178 h 536971"/>
                <a:gd name="connsiteX3" fmla="*/ 341307 w 514056"/>
                <a:gd name="connsiteY3" fmla="*/ 279818 h 536971"/>
                <a:gd name="connsiteX4" fmla="*/ 256978 w 514056"/>
                <a:gd name="connsiteY4" fmla="*/ 195458 h 536971"/>
                <a:gd name="connsiteX5" fmla="*/ 256978 w 514056"/>
                <a:gd name="connsiteY5" fmla="*/ 163085 h 536971"/>
                <a:gd name="connsiteX6" fmla="*/ 373687 w 514056"/>
                <a:gd name="connsiteY6" fmla="*/ 279818 h 536971"/>
                <a:gd name="connsiteX7" fmla="*/ 256978 w 514056"/>
                <a:gd name="connsiteY7" fmla="*/ 396503 h 536971"/>
                <a:gd name="connsiteX8" fmla="*/ 140269 w 514056"/>
                <a:gd name="connsiteY8" fmla="*/ 279818 h 536971"/>
                <a:gd name="connsiteX9" fmla="*/ 256978 w 514056"/>
                <a:gd name="connsiteY9" fmla="*/ 163085 h 536971"/>
                <a:gd name="connsiteX10" fmla="*/ 122050 w 514056"/>
                <a:gd name="connsiteY10" fmla="*/ 32287 h 536971"/>
                <a:gd name="connsiteX11" fmla="*/ 32381 w 514056"/>
                <a:gd name="connsiteY11" fmla="*/ 122004 h 536971"/>
                <a:gd name="connsiteX12" fmla="*/ 32381 w 514056"/>
                <a:gd name="connsiteY12" fmla="*/ 414872 h 536971"/>
                <a:gd name="connsiteX13" fmla="*/ 122050 w 514056"/>
                <a:gd name="connsiteY13" fmla="*/ 504589 h 536971"/>
                <a:gd name="connsiteX14" fmla="*/ 391959 w 514056"/>
                <a:gd name="connsiteY14" fmla="*/ 504589 h 536971"/>
                <a:gd name="connsiteX15" fmla="*/ 481675 w 514056"/>
                <a:gd name="connsiteY15" fmla="*/ 414872 h 536971"/>
                <a:gd name="connsiteX16" fmla="*/ 481675 w 514056"/>
                <a:gd name="connsiteY16" fmla="*/ 122004 h 536971"/>
                <a:gd name="connsiteX17" fmla="*/ 391959 w 514056"/>
                <a:gd name="connsiteY17" fmla="*/ 32287 h 536971"/>
                <a:gd name="connsiteX18" fmla="*/ 122050 w 514056"/>
                <a:gd name="connsiteY18" fmla="*/ 0 h 536971"/>
                <a:gd name="connsiteX19" fmla="*/ 391959 w 514056"/>
                <a:gd name="connsiteY19" fmla="*/ 0 h 536971"/>
                <a:gd name="connsiteX20" fmla="*/ 514056 w 514056"/>
                <a:gd name="connsiteY20" fmla="*/ 122004 h 536971"/>
                <a:gd name="connsiteX21" fmla="*/ 514056 w 514056"/>
                <a:gd name="connsiteY21" fmla="*/ 414872 h 536971"/>
                <a:gd name="connsiteX22" fmla="*/ 391959 w 514056"/>
                <a:gd name="connsiteY22" fmla="*/ 536971 h 536971"/>
                <a:gd name="connsiteX23" fmla="*/ 122050 w 514056"/>
                <a:gd name="connsiteY23" fmla="*/ 536971 h 536971"/>
                <a:gd name="connsiteX24" fmla="*/ 0 w 514056"/>
                <a:gd name="connsiteY24" fmla="*/ 414872 h 536971"/>
                <a:gd name="connsiteX25" fmla="*/ 0 w 514056"/>
                <a:gd name="connsiteY25" fmla="*/ 122004 h 536971"/>
                <a:gd name="connsiteX26" fmla="*/ 122050 w 514056"/>
                <a:gd name="connsiteY26" fmla="*/ 0 h 536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056" h="536971">
                  <a:moveTo>
                    <a:pt x="256978" y="195458"/>
                  </a:moveTo>
                  <a:cubicBezTo>
                    <a:pt x="210504" y="195458"/>
                    <a:pt x="172648" y="233353"/>
                    <a:pt x="172648" y="279865"/>
                  </a:cubicBezTo>
                  <a:cubicBezTo>
                    <a:pt x="172648" y="326330"/>
                    <a:pt x="210504" y="364178"/>
                    <a:pt x="256978" y="364178"/>
                  </a:cubicBezTo>
                  <a:cubicBezTo>
                    <a:pt x="303452" y="364178"/>
                    <a:pt x="341307" y="326282"/>
                    <a:pt x="341307" y="279818"/>
                  </a:cubicBezTo>
                  <a:cubicBezTo>
                    <a:pt x="341307" y="233306"/>
                    <a:pt x="303452" y="195458"/>
                    <a:pt x="256978" y="195458"/>
                  </a:cubicBezTo>
                  <a:close/>
                  <a:moveTo>
                    <a:pt x="256978" y="163085"/>
                  </a:moveTo>
                  <a:cubicBezTo>
                    <a:pt x="321308" y="163085"/>
                    <a:pt x="373687" y="215453"/>
                    <a:pt x="373687" y="279818"/>
                  </a:cubicBezTo>
                  <a:cubicBezTo>
                    <a:pt x="373687" y="344135"/>
                    <a:pt x="321308" y="396503"/>
                    <a:pt x="256978" y="396503"/>
                  </a:cubicBezTo>
                  <a:cubicBezTo>
                    <a:pt x="192648" y="396503"/>
                    <a:pt x="140269" y="344135"/>
                    <a:pt x="140269" y="279818"/>
                  </a:cubicBezTo>
                  <a:cubicBezTo>
                    <a:pt x="140269" y="215453"/>
                    <a:pt x="192648" y="163085"/>
                    <a:pt x="256978" y="163085"/>
                  </a:cubicBezTo>
                  <a:close/>
                  <a:moveTo>
                    <a:pt x="122050" y="32287"/>
                  </a:moveTo>
                  <a:cubicBezTo>
                    <a:pt x="72620" y="32287"/>
                    <a:pt x="32381" y="72526"/>
                    <a:pt x="32381" y="122004"/>
                  </a:cubicBezTo>
                  <a:lnTo>
                    <a:pt x="32381" y="414872"/>
                  </a:lnTo>
                  <a:cubicBezTo>
                    <a:pt x="32381" y="464349"/>
                    <a:pt x="72620" y="504589"/>
                    <a:pt x="122050" y="504589"/>
                  </a:cubicBezTo>
                  <a:lnTo>
                    <a:pt x="391959" y="504589"/>
                  </a:lnTo>
                  <a:cubicBezTo>
                    <a:pt x="441436" y="504589"/>
                    <a:pt x="481675" y="464349"/>
                    <a:pt x="481675" y="414872"/>
                  </a:cubicBezTo>
                  <a:lnTo>
                    <a:pt x="481675" y="122004"/>
                  </a:lnTo>
                  <a:cubicBezTo>
                    <a:pt x="481675" y="72526"/>
                    <a:pt x="441436" y="32287"/>
                    <a:pt x="391959" y="32287"/>
                  </a:cubicBezTo>
                  <a:close/>
                  <a:moveTo>
                    <a:pt x="122050" y="0"/>
                  </a:moveTo>
                  <a:lnTo>
                    <a:pt x="391959" y="0"/>
                  </a:lnTo>
                  <a:cubicBezTo>
                    <a:pt x="459293" y="0"/>
                    <a:pt x="514056" y="54764"/>
                    <a:pt x="514056" y="122004"/>
                  </a:cubicBezTo>
                  <a:lnTo>
                    <a:pt x="514056" y="414872"/>
                  </a:lnTo>
                  <a:cubicBezTo>
                    <a:pt x="514056" y="482207"/>
                    <a:pt x="459293" y="536971"/>
                    <a:pt x="391959" y="536971"/>
                  </a:cubicBezTo>
                  <a:lnTo>
                    <a:pt x="122050" y="536971"/>
                  </a:lnTo>
                  <a:cubicBezTo>
                    <a:pt x="54763" y="536971"/>
                    <a:pt x="0" y="482207"/>
                    <a:pt x="0" y="414872"/>
                  </a:cubicBezTo>
                  <a:lnTo>
                    <a:pt x="0" y="122004"/>
                  </a:lnTo>
                  <a:cubicBezTo>
                    <a:pt x="0" y="54764"/>
                    <a:pt x="54763" y="0"/>
                    <a:pt x="1220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ontserrat ExtraBold" panose="00000900000000000000" pitchFamily="2" charset="0"/>
              </a:endParaRPr>
            </a:p>
          </p:txBody>
        </p:sp>
        <p:sp>
          <p:nvSpPr>
            <p:cNvPr id="48" name="Oval 39"/>
            <p:cNvSpPr/>
            <p:nvPr/>
          </p:nvSpPr>
          <p:spPr>
            <a:xfrm>
              <a:off x="4272538" y="4047593"/>
              <a:ext cx="431800" cy="431800"/>
            </a:xfrm>
            <a:custGeom>
              <a:avLst/>
              <a:gdLst>
                <a:gd name="connsiteX0" fmla="*/ 380231 w 457214"/>
                <a:gd name="connsiteY0" fmla="*/ 240539 h 457214"/>
                <a:gd name="connsiteX1" fmla="*/ 390630 w 457214"/>
                <a:gd name="connsiteY1" fmla="*/ 245818 h 457214"/>
                <a:gd name="connsiteX2" fmla="*/ 388963 w 457214"/>
                <a:gd name="connsiteY2" fmla="*/ 267293 h 457214"/>
                <a:gd name="connsiteX3" fmla="*/ 254532 w 457214"/>
                <a:gd name="connsiteY3" fmla="*/ 379758 h 457214"/>
                <a:gd name="connsiteX4" fmla="*/ 234103 w 457214"/>
                <a:gd name="connsiteY4" fmla="*/ 379758 h 457214"/>
                <a:gd name="connsiteX5" fmla="*/ 166149 w 457214"/>
                <a:gd name="connsiteY5" fmla="*/ 314526 h 457214"/>
                <a:gd name="connsiteX6" fmla="*/ 164863 w 457214"/>
                <a:gd name="connsiteY6" fmla="*/ 292243 h 457214"/>
                <a:gd name="connsiteX7" fmla="*/ 187197 w 457214"/>
                <a:gd name="connsiteY7" fmla="*/ 292624 h 457214"/>
                <a:gd name="connsiteX8" fmla="*/ 245103 w 457214"/>
                <a:gd name="connsiteY8" fmla="*/ 348380 h 457214"/>
                <a:gd name="connsiteX9" fmla="*/ 369153 w 457214"/>
                <a:gd name="connsiteY9" fmla="*/ 245056 h 457214"/>
                <a:gd name="connsiteX10" fmla="*/ 369153 w 457214"/>
                <a:gd name="connsiteY10" fmla="*/ 244152 h 457214"/>
                <a:gd name="connsiteX11" fmla="*/ 380231 w 457214"/>
                <a:gd name="connsiteY11" fmla="*/ 240539 h 457214"/>
                <a:gd name="connsiteX12" fmla="*/ 106701 w 457214"/>
                <a:gd name="connsiteY12" fmla="*/ 215434 h 457214"/>
                <a:gd name="connsiteX13" fmla="*/ 178655 w 457214"/>
                <a:gd name="connsiteY13" fmla="*/ 215434 h 457214"/>
                <a:gd name="connsiteX14" fmla="*/ 193893 w 457214"/>
                <a:gd name="connsiteY14" fmla="*/ 230676 h 457214"/>
                <a:gd name="connsiteX15" fmla="*/ 178655 w 457214"/>
                <a:gd name="connsiteY15" fmla="*/ 245918 h 457214"/>
                <a:gd name="connsiteX16" fmla="*/ 106701 w 457214"/>
                <a:gd name="connsiteY16" fmla="*/ 245918 h 457214"/>
                <a:gd name="connsiteX17" fmla="*/ 91463 w 457214"/>
                <a:gd name="connsiteY17" fmla="*/ 230676 h 457214"/>
                <a:gd name="connsiteX18" fmla="*/ 106701 w 457214"/>
                <a:gd name="connsiteY18" fmla="*/ 215434 h 457214"/>
                <a:gd name="connsiteX19" fmla="*/ 106701 w 457214"/>
                <a:gd name="connsiteY19" fmla="*/ 115172 h 457214"/>
                <a:gd name="connsiteX20" fmla="*/ 350514 w 457214"/>
                <a:gd name="connsiteY20" fmla="*/ 115172 h 457214"/>
                <a:gd name="connsiteX21" fmla="*/ 365752 w 457214"/>
                <a:gd name="connsiteY21" fmla="*/ 130414 h 457214"/>
                <a:gd name="connsiteX22" fmla="*/ 350514 w 457214"/>
                <a:gd name="connsiteY22" fmla="*/ 145656 h 457214"/>
                <a:gd name="connsiteX23" fmla="*/ 106701 w 457214"/>
                <a:gd name="connsiteY23" fmla="*/ 145656 h 457214"/>
                <a:gd name="connsiteX24" fmla="*/ 91463 w 457214"/>
                <a:gd name="connsiteY24" fmla="*/ 130414 h 457214"/>
                <a:gd name="connsiteX25" fmla="*/ 106701 w 457214"/>
                <a:gd name="connsiteY25" fmla="*/ 115172 h 457214"/>
                <a:gd name="connsiteX26" fmla="*/ 76202 w 457214"/>
                <a:gd name="connsiteY26" fmla="*/ 30481 h 457214"/>
                <a:gd name="connsiteX27" fmla="*/ 30481 w 457214"/>
                <a:gd name="connsiteY27" fmla="*/ 76202 h 457214"/>
                <a:gd name="connsiteX28" fmla="*/ 30481 w 457214"/>
                <a:gd name="connsiteY28" fmla="*/ 381012 h 457214"/>
                <a:gd name="connsiteX29" fmla="*/ 76202 w 457214"/>
                <a:gd name="connsiteY29" fmla="*/ 426733 h 457214"/>
                <a:gd name="connsiteX30" fmla="*/ 381012 w 457214"/>
                <a:gd name="connsiteY30" fmla="*/ 426733 h 457214"/>
                <a:gd name="connsiteX31" fmla="*/ 426733 w 457214"/>
                <a:gd name="connsiteY31" fmla="*/ 381012 h 457214"/>
                <a:gd name="connsiteX32" fmla="*/ 426733 w 457214"/>
                <a:gd name="connsiteY32" fmla="*/ 76202 h 457214"/>
                <a:gd name="connsiteX33" fmla="*/ 381012 w 457214"/>
                <a:gd name="connsiteY33" fmla="*/ 30481 h 457214"/>
                <a:gd name="connsiteX34" fmla="*/ 76202 w 457214"/>
                <a:gd name="connsiteY34" fmla="*/ 0 h 457214"/>
                <a:gd name="connsiteX35" fmla="*/ 381012 w 457214"/>
                <a:gd name="connsiteY35" fmla="*/ 0 h 457214"/>
                <a:gd name="connsiteX36" fmla="*/ 457214 w 457214"/>
                <a:gd name="connsiteY36" fmla="*/ 76202 h 457214"/>
                <a:gd name="connsiteX37" fmla="*/ 457214 w 457214"/>
                <a:gd name="connsiteY37" fmla="*/ 381012 h 457214"/>
                <a:gd name="connsiteX38" fmla="*/ 381012 w 457214"/>
                <a:gd name="connsiteY38" fmla="*/ 457214 h 457214"/>
                <a:gd name="connsiteX39" fmla="*/ 76202 w 457214"/>
                <a:gd name="connsiteY39" fmla="*/ 457214 h 457214"/>
                <a:gd name="connsiteX40" fmla="*/ 0 w 457214"/>
                <a:gd name="connsiteY40" fmla="*/ 381012 h 457214"/>
                <a:gd name="connsiteX41" fmla="*/ 0 w 457214"/>
                <a:gd name="connsiteY41" fmla="*/ 76202 h 457214"/>
                <a:gd name="connsiteX42" fmla="*/ 76202 w 457214"/>
                <a:gd name="connsiteY42" fmla="*/ 0 h 457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57214" h="457214">
                  <a:moveTo>
                    <a:pt x="380231" y="240539"/>
                  </a:moveTo>
                  <a:cubicBezTo>
                    <a:pt x="384118" y="240843"/>
                    <a:pt x="387892" y="242628"/>
                    <a:pt x="390630" y="245818"/>
                  </a:cubicBezTo>
                  <a:cubicBezTo>
                    <a:pt x="396106" y="252246"/>
                    <a:pt x="395344" y="261864"/>
                    <a:pt x="388963" y="267293"/>
                  </a:cubicBezTo>
                  <a:lnTo>
                    <a:pt x="254532" y="379758"/>
                  </a:lnTo>
                  <a:cubicBezTo>
                    <a:pt x="248722" y="384996"/>
                    <a:pt x="239912" y="384996"/>
                    <a:pt x="234103" y="379758"/>
                  </a:cubicBezTo>
                  <a:lnTo>
                    <a:pt x="166149" y="314526"/>
                  </a:lnTo>
                  <a:cubicBezTo>
                    <a:pt x="159339" y="308908"/>
                    <a:pt x="158720" y="298671"/>
                    <a:pt x="164863" y="292243"/>
                  </a:cubicBezTo>
                  <a:cubicBezTo>
                    <a:pt x="171006" y="285862"/>
                    <a:pt x="181244" y="286005"/>
                    <a:pt x="187197" y="292624"/>
                  </a:cubicBezTo>
                  <a:lnTo>
                    <a:pt x="245103" y="348380"/>
                  </a:lnTo>
                  <a:lnTo>
                    <a:pt x="369153" y="245056"/>
                  </a:lnTo>
                  <a:lnTo>
                    <a:pt x="369153" y="244152"/>
                  </a:lnTo>
                  <a:cubicBezTo>
                    <a:pt x="372344" y="241414"/>
                    <a:pt x="376344" y="240235"/>
                    <a:pt x="380231" y="240539"/>
                  </a:cubicBezTo>
                  <a:close/>
                  <a:moveTo>
                    <a:pt x="106701" y="215434"/>
                  </a:moveTo>
                  <a:lnTo>
                    <a:pt x="178655" y="215434"/>
                  </a:lnTo>
                  <a:cubicBezTo>
                    <a:pt x="187036" y="215434"/>
                    <a:pt x="193893" y="222293"/>
                    <a:pt x="193893" y="230676"/>
                  </a:cubicBezTo>
                  <a:cubicBezTo>
                    <a:pt x="193893" y="239107"/>
                    <a:pt x="187036" y="245918"/>
                    <a:pt x="178655" y="245918"/>
                  </a:cubicBezTo>
                  <a:lnTo>
                    <a:pt x="106701" y="245918"/>
                  </a:lnTo>
                  <a:cubicBezTo>
                    <a:pt x="98273" y="245918"/>
                    <a:pt x="91463" y="239107"/>
                    <a:pt x="91463" y="230676"/>
                  </a:cubicBezTo>
                  <a:cubicBezTo>
                    <a:pt x="91463" y="222293"/>
                    <a:pt x="98273" y="215434"/>
                    <a:pt x="106701" y="215434"/>
                  </a:cubicBezTo>
                  <a:close/>
                  <a:moveTo>
                    <a:pt x="106701" y="115172"/>
                  </a:moveTo>
                  <a:lnTo>
                    <a:pt x="350514" y="115172"/>
                  </a:lnTo>
                  <a:cubicBezTo>
                    <a:pt x="358942" y="115172"/>
                    <a:pt x="365752" y="121983"/>
                    <a:pt x="365752" y="130414"/>
                  </a:cubicBezTo>
                  <a:cubicBezTo>
                    <a:pt x="365752" y="138844"/>
                    <a:pt x="358942" y="145656"/>
                    <a:pt x="350514" y="145656"/>
                  </a:cubicBezTo>
                  <a:lnTo>
                    <a:pt x="106701" y="145656"/>
                  </a:lnTo>
                  <a:cubicBezTo>
                    <a:pt x="98273" y="145656"/>
                    <a:pt x="91463" y="138844"/>
                    <a:pt x="91463" y="130414"/>
                  </a:cubicBezTo>
                  <a:cubicBezTo>
                    <a:pt x="91463" y="121983"/>
                    <a:pt x="98273" y="115172"/>
                    <a:pt x="106701" y="115172"/>
                  </a:cubicBezTo>
                  <a:close/>
                  <a:moveTo>
                    <a:pt x="76202" y="30481"/>
                  </a:moveTo>
                  <a:cubicBezTo>
                    <a:pt x="50960" y="30481"/>
                    <a:pt x="30481" y="50913"/>
                    <a:pt x="30481" y="76202"/>
                  </a:cubicBezTo>
                  <a:lnTo>
                    <a:pt x="30481" y="381012"/>
                  </a:lnTo>
                  <a:cubicBezTo>
                    <a:pt x="30481" y="406254"/>
                    <a:pt x="50960" y="426733"/>
                    <a:pt x="76202" y="426733"/>
                  </a:cubicBezTo>
                  <a:lnTo>
                    <a:pt x="381012" y="426733"/>
                  </a:lnTo>
                  <a:cubicBezTo>
                    <a:pt x="406254" y="426733"/>
                    <a:pt x="426733" y="406254"/>
                    <a:pt x="426733" y="381012"/>
                  </a:cubicBezTo>
                  <a:lnTo>
                    <a:pt x="426733" y="76202"/>
                  </a:lnTo>
                  <a:cubicBezTo>
                    <a:pt x="426733" y="50913"/>
                    <a:pt x="406254" y="30481"/>
                    <a:pt x="381012" y="30481"/>
                  </a:cubicBezTo>
                  <a:close/>
                  <a:moveTo>
                    <a:pt x="76202" y="0"/>
                  </a:moveTo>
                  <a:lnTo>
                    <a:pt x="381012" y="0"/>
                  </a:lnTo>
                  <a:cubicBezTo>
                    <a:pt x="423113" y="0"/>
                    <a:pt x="457214" y="34100"/>
                    <a:pt x="457214" y="76202"/>
                  </a:cubicBezTo>
                  <a:lnTo>
                    <a:pt x="457214" y="381012"/>
                  </a:lnTo>
                  <a:cubicBezTo>
                    <a:pt x="457214" y="423066"/>
                    <a:pt x="423113" y="457214"/>
                    <a:pt x="381012" y="457214"/>
                  </a:cubicBezTo>
                  <a:lnTo>
                    <a:pt x="76202" y="457214"/>
                  </a:lnTo>
                  <a:cubicBezTo>
                    <a:pt x="34148" y="457214"/>
                    <a:pt x="0" y="423066"/>
                    <a:pt x="0" y="381012"/>
                  </a:cubicBezTo>
                  <a:lnTo>
                    <a:pt x="0" y="76202"/>
                  </a:lnTo>
                  <a:cubicBezTo>
                    <a:pt x="0" y="34100"/>
                    <a:pt x="34148" y="0"/>
                    <a:pt x="7620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ontserrat ExtraBold" panose="00000900000000000000" pitchFamily="2" charset="0"/>
              </a:endParaRPr>
            </a:p>
          </p:txBody>
        </p:sp>
        <p:sp>
          <p:nvSpPr>
            <p:cNvPr id="49" name="Oval 40"/>
            <p:cNvSpPr/>
            <p:nvPr/>
          </p:nvSpPr>
          <p:spPr>
            <a:xfrm>
              <a:off x="969637" y="4047593"/>
              <a:ext cx="413312" cy="431800"/>
            </a:xfrm>
            <a:custGeom>
              <a:avLst/>
              <a:gdLst>
                <a:gd name="connsiteX0" fmla="*/ 253679 w 510088"/>
                <a:gd name="connsiteY0" fmla="*/ 352010 h 532904"/>
                <a:gd name="connsiteX1" fmla="*/ 274110 w 510088"/>
                <a:gd name="connsiteY1" fmla="*/ 371777 h 532904"/>
                <a:gd name="connsiteX2" fmla="*/ 253679 w 510088"/>
                <a:gd name="connsiteY2" fmla="*/ 391543 h 532904"/>
                <a:gd name="connsiteX3" fmla="*/ 233296 w 510088"/>
                <a:gd name="connsiteY3" fmla="*/ 371777 h 532904"/>
                <a:gd name="connsiteX4" fmla="*/ 253679 w 510088"/>
                <a:gd name="connsiteY4" fmla="*/ 352010 h 532904"/>
                <a:gd name="connsiteX5" fmla="*/ 256585 w 510088"/>
                <a:gd name="connsiteY5" fmla="*/ 157728 h 532904"/>
                <a:gd name="connsiteX6" fmla="*/ 307018 w 510088"/>
                <a:gd name="connsiteY6" fmla="*/ 176399 h 532904"/>
                <a:gd name="connsiteX7" fmla="*/ 327020 w 510088"/>
                <a:gd name="connsiteY7" fmla="*/ 222695 h 532904"/>
                <a:gd name="connsiteX8" fmla="*/ 320829 w 510088"/>
                <a:gd name="connsiteY8" fmla="*/ 248463 h 532904"/>
                <a:gd name="connsiteX9" fmla="*/ 296112 w 510088"/>
                <a:gd name="connsiteY9" fmla="*/ 275850 h 532904"/>
                <a:gd name="connsiteX10" fmla="*/ 273491 w 510088"/>
                <a:gd name="connsiteY10" fmla="*/ 300713 h 532904"/>
                <a:gd name="connsiteX11" fmla="*/ 270062 w 510088"/>
                <a:gd name="connsiteY11" fmla="*/ 317193 h 532904"/>
                <a:gd name="connsiteX12" fmla="*/ 252870 w 510088"/>
                <a:gd name="connsiteY12" fmla="*/ 332720 h 532904"/>
                <a:gd name="connsiteX13" fmla="*/ 239869 w 510088"/>
                <a:gd name="connsiteY13" fmla="*/ 327005 h 532904"/>
                <a:gd name="connsiteX14" fmla="*/ 235773 w 510088"/>
                <a:gd name="connsiteY14" fmla="*/ 313668 h 532904"/>
                <a:gd name="connsiteX15" fmla="*/ 241250 w 510088"/>
                <a:gd name="connsiteY15" fmla="*/ 293378 h 532904"/>
                <a:gd name="connsiteX16" fmla="*/ 266205 w 510088"/>
                <a:gd name="connsiteY16" fmla="*/ 260847 h 532904"/>
                <a:gd name="connsiteX17" fmla="*/ 288016 w 510088"/>
                <a:gd name="connsiteY17" fmla="*/ 236460 h 532904"/>
                <a:gd name="connsiteX18" fmla="*/ 291731 w 510088"/>
                <a:gd name="connsiteY18" fmla="*/ 220838 h 532904"/>
                <a:gd name="connsiteX19" fmla="*/ 282254 w 510088"/>
                <a:gd name="connsiteY19" fmla="*/ 197928 h 532904"/>
                <a:gd name="connsiteX20" fmla="*/ 255584 w 510088"/>
                <a:gd name="connsiteY20" fmla="*/ 189259 h 532904"/>
                <a:gd name="connsiteX21" fmla="*/ 216961 w 510088"/>
                <a:gd name="connsiteY21" fmla="*/ 223648 h 532904"/>
                <a:gd name="connsiteX22" fmla="*/ 200102 w 510088"/>
                <a:gd name="connsiteY22" fmla="*/ 237651 h 532904"/>
                <a:gd name="connsiteX23" fmla="*/ 187292 w 510088"/>
                <a:gd name="connsiteY23" fmla="*/ 232173 h 532904"/>
                <a:gd name="connsiteX24" fmla="*/ 183101 w 510088"/>
                <a:gd name="connsiteY24" fmla="*/ 219409 h 532904"/>
                <a:gd name="connsiteX25" fmla="*/ 187625 w 510088"/>
                <a:gd name="connsiteY25" fmla="*/ 199642 h 532904"/>
                <a:gd name="connsiteX26" fmla="*/ 203817 w 510088"/>
                <a:gd name="connsiteY26" fmla="*/ 176399 h 532904"/>
                <a:gd name="connsiteX27" fmla="*/ 228677 w 510088"/>
                <a:gd name="connsiteY27" fmla="*/ 162205 h 532904"/>
                <a:gd name="connsiteX28" fmla="*/ 256585 w 510088"/>
                <a:gd name="connsiteY28" fmla="*/ 157728 h 532904"/>
                <a:gd name="connsiteX29" fmla="*/ 121141 w 510088"/>
                <a:gd name="connsiteY29" fmla="*/ 32143 h 532904"/>
                <a:gd name="connsiteX30" fmla="*/ 32095 w 510088"/>
                <a:gd name="connsiteY30" fmla="*/ 121190 h 532904"/>
                <a:gd name="connsiteX31" fmla="*/ 32095 w 510088"/>
                <a:gd name="connsiteY31" fmla="*/ 411761 h 532904"/>
                <a:gd name="connsiteX32" fmla="*/ 121141 w 510088"/>
                <a:gd name="connsiteY32" fmla="*/ 500809 h 532904"/>
                <a:gd name="connsiteX33" fmla="*/ 388995 w 510088"/>
                <a:gd name="connsiteY33" fmla="*/ 500809 h 532904"/>
                <a:gd name="connsiteX34" fmla="*/ 478041 w 510088"/>
                <a:gd name="connsiteY34" fmla="*/ 411761 h 532904"/>
                <a:gd name="connsiteX35" fmla="*/ 478041 w 510088"/>
                <a:gd name="connsiteY35" fmla="*/ 121190 h 532904"/>
                <a:gd name="connsiteX36" fmla="*/ 388995 w 510088"/>
                <a:gd name="connsiteY36" fmla="*/ 32143 h 532904"/>
                <a:gd name="connsiteX37" fmla="*/ 121141 w 510088"/>
                <a:gd name="connsiteY37" fmla="*/ 0 h 532904"/>
                <a:gd name="connsiteX38" fmla="*/ 388995 w 510088"/>
                <a:gd name="connsiteY38" fmla="*/ 0 h 532904"/>
                <a:gd name="connsiteX39" fmla="*/ 510088 w 510088"/>
                <a:gd name="connsiteY39" fmla="*/ 121190 h 532904"/>
                <a:gd name="connsiteX40" fmla="*/ 510088 w 510088"/>
                <a:gd name="connsiteY40" fmla="*/ 411761 h 532904"/>
                <a:gd name="connsiteX41" fmla="*/ 388995 w 510088"/>
                <a:gd name="connsiteY41" fmla="*/ 532904 h 532904"/>
                <a:gd name="connsiteX42" fmla="*/ 121141 w 510088"/>
                <a:gd name="connsiteY42" fmla="*/ 532904 h 532904"/>
                <a:gd name="connsiteX43" fmla="*/ 0 w 510088"/>
                <a:gd name="connsiteY43" fmla="*/ 411761 h 532904"/>
                <a:gd name="connsiteX44" fmla="*/ 0 w 510088"/>
                <a:gd name="connsiteY44" fmla="*/ 121143 h 532904"/>
                <a:gd name="connsiteX45" fmla="*/ 121141 w 510088"/>
                <a:gd name="connsiteY45" fmla="*/ 0 h 53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10088" h="532904">
                  <a:moveTo>
                    <a:pt x="253679" y="352010"/>
                  </a:moveTo>
                  <a:cubicBezTo>
                    <a:pt x="265014" y="352010"/>
                    <a:pt x="274110" y="360869"/>
                    <a:pt x="274110" y="371777"/>
                  </a:cubicBezTo>
                  <a:cubicBezTo>
                    <a:pt x="274110" y="382684"/>
                    <a:pt x="264966" y="391543"/>
                    <a:pt x="253679" y="391543"/>
                  </a:cubicBezTo>
                  <a:cubicBezTo>
                    <a:pt x="242440" y="391543"/>
                    <a:pt x="233296" y="382684"/>
                    <a:pt x="233296" y="371777"/>
                  </a:cubicBezTo>
                  <a:cubicBezTo>
                    <a:pt x="233296" y="360869"/>
                    <a:pt x="242440" y="352010"/>
                    <a:pt x="253679" y="352010"/>
                  </a:cubicBezTo>
                  <a:close/>
                  <a:moveTo>
                    <a:pt x="256585" y="157728"/>
                  </a:moveTo>
                  <a:cubicBezTo>
                    <a:pt x="275777" y="157728"/>
                    <a:pt x="292731" y="164015"/>
                    <a:pt x="307018" y="176399"/>
                  </a:cubicBezTo>
                  <a:cubicBezTo>
                    <a:pt x="320353" y="187925"/>
                    <a:pt x="327163" y="203500"/>
                    <a:pt x="327020" y="222695"/>
                  </a:cubicBezTo>
                  <a:cubicBezTo>
                    <a:pt x="327020" y="232555"/>
                    <a:pt x="324925" y="241223"/>
                    <a:pt x="320829" y="248463"/>
                  </a:cubicBezTo>
                  <a:cubicBezTo>
                    <a:pt x="316829" y="255512"/>
                    <a:pt x="308828" y="264419"/>
                    <a:pt x="296112" y="275850"/>
                  </a:cubicBezTo>
                  <a:cubicBezTo>
                    <a:pt x="280730" y="290091"/>
                    <a:pt x="275301" y="297236"/>
                    <a:pt x="273491" y="300713"/>
                  </a:cubicBezTo>
                  <a:cubicBezTo>
                    <a:pt x="271729" y="304142"/>
                    <a:pt x="270538" y="309667"/>
                    <a:pt x="270062" y="317193"/>
                  </a:cubicBezTo>
                  <a:cubicBezTo>
                    <a:pt x="269443" y="325861"/>
                    <a:pt x="261918" y="332720"/>
                    <a:pt x="252870" y="332720"/>
                  </a:cubicBezTo>
                  <a:cubicBezTo>
                    <a:pt x="247869" y="332720"/>
                    <a:pt x="243155" y="330624"/>
                    <a:pt x="239869" y="327005"/>
                  </a:cubicBezTo>
                  <a:cubicBezTo>
                    <a:pt x="236582" y="323385"/>
                    <a:pt x="235106" y="318479"/>
                    <a:pt x="235773" y="313668"/>
                  </a:cubicBezTo>
                  <a:cubicBezTo>
                    <a:pt x="236821" y="306095"/>
                    <a:pt x="238678" y="299284"/>
                    <a:pt x="241250" y="293378"/>
                  </a:cubicBezTo>
                  <a:cubicBezTo>
                    <a:pt x="245155" y="284233"/>
                    <a:pt x="253346" y="273611"/>
                    <a:pt x="266205" y="260847"/>
                  </a:cubicBezTo>
                  <a:cubicBezTo>
                    <a:pt x="277920" y="249177"/>
                    <a:pt x="285254" y="240985"/>
                    <a:pt x="288016" y="236460"/>
                  </a:cubicBezTo>
                  <a:cubicBezTo>
                    <a:pt x="290493" y="232459"/>
                    <a:pt x="291731" y="227220"/>
                    <a:pt x="291731" y="220838"/>
                  </a:cubicBezTo>
                  <a:cubicBezTo>
                    <a:pt x="291731" y="211169"/>
                    <a:pt x="288635" y="203643"/>
                    <a:pt x="282254" y="197928"/>
                  </a:cubicBezTo>
                  <a:cubicBezTo>
                    <a:pt x="275777" y="192117"/>
                    <a:pt x="267014" y="189259"/>
                    <a:pt x="255584" y="189259"/>
                  </a:cubicBezTo>
                  <a:cubicBezTo>
                    <a:pt x="233487" y="189259"/>
                    <a:pt x="220914" y="200500"/>
                    <a:pt x="216961" y="223648"/>
                  </a:cubicBezTo>
                  <a:cubicBezTo>
                    <a:pt x="215580" y="231745"/>
                    <a:pt x="208484" y="237651"/>
                    <a:pt x="200102" y="237651"/>
                  </a:cubicBezTo>
                  <a:cubicBezTo>
                    <a:pt x="195150" y="237651"/>
                    <a:pt x="190530" y="235698"/>
                    <a:pt x="187292" y="232173"/>
                  </a:cubicBezTo>
                  <a:cubicBezTo>
                    <a:pt x="184101" y="228697"/>
                    <a:pt x="182529" y="224076"/>
                    <a:pt x="183101" y="219409"/>
                  </a:cubicBezTo>
                  <a:cubicBezTo>
                    <a:pt x="183958" y="211645"/>
                    <a:pt x="185482" y="204977"/>
                    <a:pt x="187625" y="199642"/>
                  </a:cubicBezTo>
                  <a:cubicBezTo>
                    <a:pt x="189816" y="194308"/>
                    <a:pt x="194816" y="184115"/>
                    <a:pt x="203817" y="176399"/>
                  </a:cubicBezTo>
                  <a:cubicBezTo>
                    <a:pt x="211199" y="170017"/>
                    <a:pt x="219581" y="165254"/>
                    <a:pt x="228677" y="162205"/>
                  </a:cubicBezTo>
                  <a:cubicBezTo>
                    <a:pt x="237678" y="159252"/>
                    <a:pt x="247060" y="157728"/>
                    <a:pt x="256585" y="157728"/>
                  </a:cubicBezTo>
                  <a:close/>
                  <a:moveTo>
                    <a:pt x="121141" y="32143"/>
                  </a:moveTo>
                  <a:cubicBezTo>
                    <a:pt x="71999" y="32143"/>
                    <a:pt x="32095" y="72048"/>
                    <a:pt x="32095" y="121190"/>
                  </a:cubicBezTo>
                  <a:lnTo>
                    <a:pt x="32095" y="411761"/>
                  </a:lnTo>
                  <a:cubicBezTo>
                    <a:pt x="32095" y="460856"/>
                    <a:pt x="71999" y="500809"/>
                    <a:pt x="121141" y="500809"/>
                  </a:cubicBezTo>
                  <a:lnTo>
                    <a:pt x="388995" y="500809"/>
                  </a:lnTo>
                  <a:cubicBezTo>
                    <a:pt x="438089" y="500809"/>
                    <a:pt x="478041" y="460856"/>
                    <a:pt x="478041" y="411761"/>
                  </a:cubicBezTo>
                  <a:lnTo>
                    <a:pt x="478041" y="121190"/>
                  </a:lnTo>
                  <a:cubicBezTo>
                    <a:pt x="478041" y="72048"/>
                    <a:pt x="438089" y="32143"/>
                    <a:pt x="388995" y="32143"/>
                  </a:cubicBezTo>
                  <a:close/>
                  <a:moveTo>
                    <a:pt x="121141" y="0"/>
                  </a:moveTo>
                  <a:lnTo>
                    <a:pt x="388995" y="0"/>
                  </a:lnTo>
                  <a:cubicBezTo>
                    <a:pt x="455756" y="0"/>
                    <a:pt x="510088" y="54333"/>
                    <a:pt x="510088" y="121190"/>
                  </a:cubicBezTo>
                  <a:lnTo>
                    <a:pt x="510088" y="411761"/>
                  </a:lnTo>
                  <a:cubicBezTo>
                    <a:pt x="510088" y="478571"/>
                    <a:pt x="455756" y="532904"/>
                    <a:pt x="388995" y="532904"/>
                  </a:cubicBezTo>
                  <a:lnTo>
                    <a:pt x="121141" y="532904"/>
                  </a:lnTo>
                  <a:cubicBezTo>
                    <a:pt x="54332" y="532904"/>
                    <a:pt x="0" y="478571"/>
                    <a:pt x="0" y="411761"/>
                  </a:cubicBezTo>
                  <a:lnTo>
                    <a:pt x="0" y="121143"/>
                  </a:lnTo>
                  <a:cubicBezTo>
                    <a:pt x="0" y="54333"/>
                    <a:pt x="54332" y="0"/>
                    <a:pt x="1211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Montserrat ExtraBold" panose="00000900000000000000" pitchFamily="2" charset="0"/>
              </a:endParaRPr>
            </a:p>
          </p:txBody>
        </p:sp>
      </p:grpSp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1462405" y="544195"/>
            <a:ext cx="66192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Apa yang dilakukan CSS ?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98810" y="803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350" y="85090"/>
            <a:ext cx="1530350" cy="523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 txBox="1"/>
          <p:nvPr/>
        </p:nvSpPr>
        <p:spPr>
          <a:xfrm>
            <a:off x="4399281" y="392370"/>
            <a:ext cx="339343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FUNGSI CSS</a:t>
            </a:r>
            <a:endParaRPr lang="en-US" altLang="zh-CN" sz="28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稻壳儿春秋广告/盗版必究        原创来源：http://chn.docer.com/works?userid=199329941#!/work_time"/>
          <p:cNvSpPr txBox="1"/>
          <p:nvPr>
            <p:custDataLst>
              <p:tags r:id="rId1"/>
            </p:custDataLst>
          </p:nvPr>
        </p:nvSpPr>
        <p:spPr>
          <a:xfrm>
            <a:off x="1221740" y="2068195"/>
            <a:ext cx="27584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000" dirty="0"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1. Mengatur Tampilan Halaman Web</a:t>
            </a:r>
            <a:endParaRPr lang="en-US" altLang="en-US" sz="20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 txBox="1"/>
          <p:nvPr>
            <p:custDataLst>
              <p:tags r:id="rId2"/>
            </p:custDataLst>
          </p:nvPr>
        </p:nvSpPr>
        <p:spPr>
          <a:xfrm>
            <a:off x="7989570" y="2118995"/>
            <a:ext cx="3905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2000" dirty="0"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2. Membuat Desain Responsif</a:t>
            </a:r>
            <a:endParaRPr lang="en-US" altLang="en-US" sz="20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稻壳儿春秋广告/盗版必究        原创来源：http://chn.docer.com/works?userid=199329941#!/work_time"/>
          <p:cNvSpPr txBox="1"/>
          <p:nvPr>
            <p:custDataLst>
              <p:tags r:id="rId3"/>
            </p:custDataLst>
          </p:nvPr>
        </p:nvSpPr>
        <p:spPr>
          <a:xfrm>
            <a:off x="1040130" y="4608195"/>
            <a:ext cx="2979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000" dirty="0"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3. Memisahkan Konten dan Desain</a:t>
            </a:r>
            <a:endParaRPr lang="en-US" altLang="en-US" sz="20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>
            <p:custDataLst>
              <p:tags r:id="rId4"/>
            </p:custDataLst>
          </p:nvPr>
        </p:nvSpPr>
        <p:spPr>
          <a:xfrm>
            <a:off x="8101330" y="4486275"/>
            <a:ext cx="3347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2000" dirty="0"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4. Menambah Efek Visual</a:t>
            </a:r>
            <a:endParaRPr lang="en-US" altLang="en-US" sz="20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/>
          <p:nvPr>
            <p:custDataLst>
              <p:tags r:id="rId5"/>
            </p:custDataLst>
          </p:nvPr>
        </p:nvSpPr>
        <p:spPr bwMode="auto">
          <a:xfrm>
            <a:off x="5081135" y="3749170"/>
            <a:ext cx="2029445" cy="1982642"/>
          </a:xfrm>
          <a:custGeom>
            <a:avLst/>
            <a:gdLst>
              <a:gd name="connsiteX0" fmla="*/ 895314 w 1702488"/>
              <a:gd name="connsiteY0" fmla="*/ 2174 h 1663226"/>
              <a:gd name="connsiteX1" fmla="*/ 938280 w 1702488"/>
              <a:gd name="connsiteY1" fmla="*/ 4294 h 1663226"/>
              <a:gd name="connsiteX2" fmla="*/ 1698094 w 1702488"/>
              <a:gd name="connsiteY2" fmla="*/ 746585 h 1663226"/>
              <a:gd name="connsiteX3" fmla="*/ 1701460 w 1702488"/>
              <a:gd name="connsiteY3" fmla="*/ 811697 h 1663226"/>
              <a:gd name="connsiteX4" fmla="*/ 1638300 w 1702488"/>
              <a:gd name="connsiteY4" fmla="*/ 808425 h 1663226"/>
              <a:gd name="connsiteX5" fmla="*/ 897599 w 1702488"/>
              <a:gd name="connsiteY5" fmla="*/ 48611 h 1663226"/>
              <a:gd name="connsiteX6" fmla="*/ 851244 w 1702488"/>
              <a:gd name="connsiteY6" fmla="*/ 0 h 1663226"/>
              <a:gd name="connsiteX7" fmla="*/ 895313 w 1702488"/>
              <a:gd name="connsiteY7" fmla="*/ 2174 h 1663226"/>
              <a:gd name="connsiteX8" fmla="*/ 897598 w 1702488"/>
              <a:gd name="connsiteY8" fmla="*/ 48611 h 1663226"/>
              <a:gd name="connsiteX9" fmla="*/ 1638299 w 1702488"/>
              <a:gd name="connsiteY9" fmla="*/ 808425 h 1663226"/>
              <a:gd name="connsiteX10" fmla="*/ 1701459 w 1702488"/>
              <a:gd name="connsiteY10" fmla="*/ 811697 h 1663226"/>
              <a:gd name="connsiteX11" fmla="*/ 1702488 w 1702488"/>
              <a:gd name="connsiteY11" fmla="*/ 831613 h 1663226"/>
              <a:gd name="connsiteX12" fmla="*/ 851244 w 1702488"/>
              <a:gd name="connsiteY12" fmla="*/ 1663226 h 1663226"/>
              <a:gd name="connsiteX13" fmla="*/ 0 w 1702488"/>
              <a:gd name="connsiteY13" fmla="*/ 831613 h 1663226"/>
              <a:gd name="connsiteX14" fmla="*/ 851244 w 1702488"/>
              <a:gd name="connsiteY14" fmla="*/ 0 h 1663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02488" h="1663226">
                <a:moveTo>
                  <a:pt x="895314" y="2174"/>
                </a:moveTo>
                <a:lnTo>
                  <a:pt x="938280" y="4294"/>
                </a:lnTo>
                <a:cubicBezTo>
                  <a:pt x="1338909" y="44041"/>
                  <a:pt x="1657408" y="355196"/>
                  <a:pt x="1698094" y="746585"/>
                </a:cubicBezTo>
                <a:lnTo>
                  <a:pt x="1701460" y="811697"/>
                </a:lnTo>
                <a:lnTo>
                  <a:pt x="1638300" y="808425"/>
                </a:lnTo>
                <a:cubicBezTo>
                  <a:pt x="1247750" y="767739"/>
                  <a:pt x="937262" y="449239"/>
                  <a:pt x="897599" y="48611"/>
                </a:cubicBezTo>
                <a:close/>
                <a:moveTo>
                  <a:pt x="851244" y="0"/>
                </a:moveTo>
                <a:lnTo>
                  <a:pt x="895313" y="2174"/>
                </a:lnTo>
                <a:lnTo>
                  <a:pt x="897598" y="48611"/>
                </a:lnTo>
                <a:cubicBezTo>
                  <a:pt x="937261" y="449239"/>
                  <a:pt x="1247749" y="767739"/>
                  <a:pt x="1638299" y="808425"/>
                </a:cubicBezTo>
                <a:lnTo>
                  <a:pt x="1701459" y="811697"/>
                </a:lnTo>
                <a:lnTo>
                  <a:pt x="1702488" y="831613"/>
                </a:lnTo>
                <a:cubicBezTo>
                  <a:pt x="1702488" y="1290900"/>
                  <a:pt x="1321373" y="1663226"/>
                  <a:pt x="851244" y="1663226"/>
                </a:cubicBezTo>
                <a:cubicBezTo>
                  <a:pt x="381115" y="1663226"/>
                  <a:pt x="0" y="1290900"/>
                  <a:pt x="0" y="831613"/>
                </a:cubicBezTo>
                <a:cubicBezTo>
                  <a:pt x="0" y="372326"/>
                  <a:pt x="381115" y="0"/>
                  <a:pt x="851244" y="0"/>
                </a:cubicBezTo>
                <a:close/>
              </a:path>
            </a:pathLst>
          </a:custGeom>
          <a:solidFill>
            <a:srgbClr val="C5122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>
            <p:custDataLst>
              <p:tags r:id="rId6"/>
            </p:custDataLst>
          </p:nvPr>
        </p:nvSpPr>
        <p:spPr bwMode="auto">
          <a:xfrm>
            <a:off x="5081135" y="3743348"/>
            <a:ext cx="2029445" cy="1982642"/>
          </a:xfrm>
          <a:custGeom>
            <a:avLst/>
            <a:gdLst>
              <a:gd name="connsiteX0" fmla="*/ 851244 w 1702488"/>
              <a:gd name="connsiteY0" fmla="*/ 0 h 1663226"/>
              <a:gd name="connsiteX1" fmla="*/ 895313 w 1702488"/>
              <a:gd name="connsiteY1" fmla="*/ 2174 h 1663226"/>
              <a:gd name="connsiteX2" fmla="*/ 897598 w 1702488"/>
              <a:gd name="connsiteY2" fmla="*/ 48611 h 1663226"/>
              <a:gd name="connsiteX3" fmla="*/ 1638299 w 1702488"/>
              <a:gd name="connsiteY3" fmla="*/ 808425 h 1663226"/>
              <a:gd name="connsiteX4" fmla="*/ 1701459 w 1702488"/>
              <a:gd name="connsiteY4" fmla="*/ 811697 h 1663226"/>
              <a:gd name="connsiteX5" fmla="*/ 1702488 w 1702488"/>
              <a:gd name="connsiteY5" fmla="*/ 831613 h 1663226"/>
              <a:gd name="connsiteX6" fmla="*/ 851244 w 1702488"/>
              <a:gd name="connsiteY6" fmla="*/ 1663226 h 1663226"/>
              <a:gd name="connsiteX7" fmla="*/ 0 w 1702488"/>
              <a:gd name="connsiteY7" fmla="*/ 831613 h 1663226"/>
              <a:gd name="connsiteX8" fmla="*/ 851244 w 1702488"/>
              <a:gd name="connsiteY8" fmla="*/ 0 h 1663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2488" h="1663226">
                <a:moveTo>
                  <a:pt x="851244" y="0"/>
                </a:moveTo>
                <a:lnTo>
                  <a:pt x="895313" y="2174"/>
                </a:lnTo>
                <a:lnTo>
                  <a:pt x="897598" y="48611"/>
                </a:lnTo>
                <a:cubicBezTo>
                  <a:pt x="937261" y="449239"/>
                  <a:pt x="1247749" y="767739"/>
                  <a:pt x="1638299" y="808425"/>
                </a:cubicBezTo>
                <a:lnTo>
                  <a:pt x="1701459" y="811697"/>
                </a:lnTo>
                <a:lnTo>
                  <a:pt x="1702488" y="831613"/>
                </a:lnTo>
                <a:cubicBezTo>
                  <a:pt x="1702488" y="1290900"/>
                  <a:pt x="1321373" y="1663226"/>
                  <a:pt x="851244" y="1663226"/>
                </a:cubicBezTo>
                <a:cubicBezTo>
                  <a:pt x="381115" y="1663226"/>
                  <a:pt x="0" y="1290900"/>
                  <a:pt x="0" y="831613"/>
                </a:cubicBezTo>
                <a:cubicBezTo>
                  <a:pt x="0" y="372326"/>
                  <a:pt x="381115" y="0"/>
                  <a:pt x="851244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/>
          <p:nvPr>
            <p:custDataLst>
              <p:tags r:id="rId7"/>
            </p:custDataLst>
          </p:nvPr>
        </p:nvSpPr>
        <p:spPr bwMode="auto">
          <a:xfrm>
            <a:off x="4067600" y="2712384"/>
            <a:ext cx="1991153" cy="2029446"/>
          </a:xfrm>
          <a:prstGeom prst="ellipse">
            <a:avLst/>
          </a:prstGeom>
          <a:solidFill>
            <a:srgbClr val="0B506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/>
          <p:nvPr>
            <p:custDataLst>
              <p:tags r:id="rId8"/>
            </p:custDataLst>
          </p:nvPr>
        </p:nvSpPr>
        <p:spPr bwMode="auto">
          <a:xfrm>
            <a:off x="5081137" y="1698758"/>
            <a:ext cx="2029445" cy="1986896"/>
          </a:xfrm>
          <a:prstGeom prst="ellipse">
            <a:avLst/>
          </a:prstGeom>
          <a:solidFill>
            <a:srgbClr val="2A262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/>
          <p:nvPr>
            <p:custDataLst>
              <p:tags r:id="rId9"/>
            </p:custDataLst>
          </p:nvPr>
        </p:nvSpPr>
        <p:spPr bwMode="auto">
          <a:xfrm>
            <a:off x="6148392" y="3775502"/>
            <a:ext cx="960964" cy="964989"/>
          </a:xfrm>
          <a:custGeom>
            <a:avLst/>
            <a:gdLst>
              <a:gd name="connsiteX0" fmla="*/ 0 w 806146"/>
              <a:gd name="connsiteY0" fmla="*/ 0 h 809523"/>
              <a:gd name="connsiteX1" fmla="*/ 42966 w 806146"/>
              <a:gd name="connsiteY1" fmla="*/ 2120 h 809523"/>
              <a:gd name="connsiteX2" fmla="*/ 802780 w 806146"/>
              <a:gd name="connsiteY2" fmla="*/ 744411 h 809523"/>
              <a:gd name="connsiteX3" fmla="*/ 806146 w 806146"/>
              <a:gd name="connsiteY3" fmla="*/ 809523 h 809523"/>
              <a:gd name="connsiteX4" fmla="*/ 742986 w 806146"/>
              <a:gd name="connsiteY4" fmla="*/ 806251 h 809523"/>
              <a:gd name="connsiteX5" fmla="*/ 2285 w 806146"/>
              <a:gd name="connsiteY5" fmla="*/ 46437 h 809523"/>
              <a:gd name="connsiteX6" fmla="*/ 0 w 806146"/>
              <a:gd name="connsiteY6" fmla="*/ 0 h 809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6146" h="809523">
                <a:moveTo>
                  <a:pt x="0" y="0"/>
                </a:moveTo>
                <a:lnTo>
                  <a:pt x="42966" y="2120"/>
                </a:lnTo>
                <a:cubicBezTo>
                  <a:pt x="443595" y="41867"/>
                  <a:pt x="762094" y="353022"/>
                  <a:pt x="802780" y="744411"/>
                </a:cubicBezTo>
                <a:lnTo>
                  <a:pt x="806146" y="809523"/>
                </a:lnTo>
                <a:lnTo>
                  <a:pt x="742986" y="806251"/>
                </a:lnTo>
                <a:cubicBezTo>
                  <a:pt x="352436" y="765565"/>
                  <a:pt x="41948" y="447065"/>
                  <a:pt x="2285" y="46437"/>
                </a:cubicBezTo>
                <a:lnTo>
                  <a:pt x="0" y="0"/>
                </a:lnTo>
                <a:close/>
              </a:path>
            </a:pathLst>
          </a:custGeom>
          <a:solidFill>
            <a:srgbClr val="02868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稻壳儿春秋广告/盗版必究        原创来源：http://chn.docer.com/works?userid=199329941#!/work_time"/>
          <p:cNvSpPr/>
          <p:nvPr>
            <p:custDataLst>
              <p:tags r:id="rId10"/>
            </p:custDataLst>
          </p:nvPr>
        </p:nvSpPr>
        <p:spPr bwMode="auto">
          <a:xfrm>
            <a:off x="6146008" y="2712384"/>
            <a:ext cx="1978392" cy="2029445"/>
          </a:xfrm>
          <a:custGeom>
            <a:avLst/>
            <a:gdLst>
              <a:gd name="connsiteX0" fmla="*/ 829830 w 1659660"/>
              <a:gd name="connsiteY0" fmla="*/ 0 h 1702488"/>
              <a:gd name="connsiteX1" fmla="*/ 1659660 w 1659660"/>
              <a:gd name="connsiteY1" fmla="*/ 851244 h 1702488"/>
              <a:gd name="connsiteX2" fmla="*/ 829830 w 1659660"/>
              <a:gd name="connsiteY2" fmla="*/ 1702488 h 1702488"/>
              <a:gd name="connsiteX3" fmla="*/ 808145 w 1659660"/>
              <a:gd name="connsiteY3" fmla="*/ 1701365 h 1702488"/>
              <a:gd name="connsiteX4" fmla="*/ 804779 w 1659660"/>
              <a:gd name="connsiteY4" fmla="*/ 1636253 h 1702488"/>
              <a:gd name="connsiteX5" fmla="*/ 44965 w 1659660"/>
              <a:gd name="connsiteY5" fmla="*/ 893962 h 1702488"/>
              <a:gd name="connsiteX6" fmla="*/ 1999 w 1659660"/>
              <a:gd name="connsiteY6" fmla="*/ 891842 h 1702488"/>
              <a:gd name="connsiteX7" fmla="*/ 0 w 1659660"/>
              <a:gd name="connsiteY7" fmla="*/ 851244 h 1702488"/>
              <a:gd name="connsiteX8" fmla="*/ 829830 w 1659660"/>
              <a:gd name="connsiteY8" fmla="*/ 0 h 170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59660" h="1702488">
                <a:moveTo>
                  <a:pt x="829830" y="0"/>
                </a:moveTo>
                <a:cubicBezTo>
                  <a:pt x="1288132" y="0"/>
                  <a:pt x="1659660" y="381115"/>
                  <a:pt x="1659660" y="851244"/>
                </a:cubicBezTo>
                <a:cubicBezTo>
                  <a:pt x="1659660" y="1321373"/>
                  <a:pt x="1288132" y="1702488"/>
                  <a:pt x="829830" y="1702488"/>
                </a:cubicBezTo>
                <a:lnTo>
                  <a:pt x="808145" y="1701365"/>
                </a:lnTo>
                <a:lnTo>
                  <a:pt x="804779" y="1636253"/>
                </a:lnTo>
                <a:cubicBezTo>
                  <a:pt x="764093" y="1244864"/>
                  <a:pt x="445594" y="933709"/>
                  <a:pt x="44965" y="893962"/>
                </a:cubicBezTo>
                <a:lnTo>
                  <a:pt x="1999" y="891842"/>
                </a:lnTo>
                <a:lnTo>
                  <a:pt x="0" y="851244"/>
                </a:lnTo>
                <a:cubicBezTo>
                  <a:pt x="0" y="381115"/>
                  <a:pt x="371528" y="0"/>
                  <a:pt x="82983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稻壳儿春秋广告/盗版必究        原创来源：http://chn.docer.com/works?userid=199329941#!/work_time"/>
          <p:cNvSpPr/>
          <p:nvPr>
            <p:custDataLst>
              <p:tags r:id="rId11"/>
            </p:custDataLst>
          </p:nvPr>
        </p:nvSpPr>
        <p:spPr>
          <a:xfrm>
            <a:off x="4876553" y="3540484"/>
            <a:ext cx="373246" cy="373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25" y="11475"/>
                </a:moveTo>
                <a:cubicBezTo>
                  <a:pt x="17888" y="11475"/>
                  <a:pt x="17550" y="11813"/>
                  <a:pt x="17550" y="12150"/>
                </a:cubicBezTo>
                <a:cubicBezTo>
                  <a:pt x="17550" y="12488"/>
                  <a:pt x="17550" y="12656"/>
                  <a:pt x="17550" y="12656"/>
                </a:cubicBezTo>
                <a:cubicBezTo>
                  <a:pt x="17550" y="18900"/>
                  <a:pt x="17550" y="18900"/>
                  <a:pt x="17550" y="18900"/>
                </a:cubicBezTo>
                <a:cubicBezTo>
                  <a:pt x="17550" y="19744"/>
                  <a:pt x="16875" y="20250"/>
                  <a:pt x="16200" y="20250"/>
                </a:cubicBezTo>
                <a:cubicBezTo>
                  <a:pt x="2700" y="20250"/>
                  <a:pt x="2700" y="20250"/>
                  <a:pt x="2700" y="20250"/>
                </a:cubicBezTo>
                <a:cubicBezTo>
                  <a:pt x="2025" y="20250"/>
                  <a:pt x="1350" y="19744"/>
                  <a:pt x="1350" y="18900"/>
                </a:cubicBezTo>
                <a:cubicBezTo>
                  <a:pt x="1350" y="5400"/>
                  <a:pt x="1350" y="5400"/>
                  <a:pt x="1350" y="5400"/>
                </a:cubicBezTo>
                <a:cubicBezTo>
                  <a:pt x="1350" y="4725"/>
                  <a:pt x="2025" y="4050"/>
                  <a:pt x="2700" y="4050"/>
                </a:cubicBezTo>
                <a:cubicBezTo>
                  <a:pt x="8269" y="4050"/>
                  <a:pt x="8269" y="4050"/>
                  <a:pt x="8269" y="4050"/>
                </a:cubicBezTo>
                <a:cubicBezTo>
                  <a:pt x="8269" y="4050"/>
                  <a:pt x="8438" y="4050"/>
                  <a:pt x="8775" y="4050"/>
                </a:cubicBezTo>
                <a:cubicBezTo>
                  <a:pt x="9113" y="4050"/>
                  <a:pt x="9450" y="3713"/>
                  <a:pt x="9450" y="3375"/>
                </a:cubicBezTo>
                <a:cubicBezTo>
                  <a:pt x="9450" y="3038"/>
                  <a:pt x="9113" y="2700"/>
                  <a:pt x="8775" y="2700"/>
                </a:cubicBezTo>
                <a:cubicBezTo>
                  <a:pt x="2025" y="2700"/>
                  <a:pt x="2025" y="2700"/>
                  <a:pt x="2025" y="2700"/>
                </a:cubicBezTo>
                <a:cubicBezTo>
                  <a:pt x="844" y="2700"/>
                  <a:pt x="0" y="3544"/>
                  <a:pt x="0" y="4725"/>
                </a:cubicBezTo>
                <a:cubicBezTo>
                  <a:pt x="0" y="19575"/>
                  <a:pt x="0" y="19575"/>
                  <a:pt x="0" y="19575"/>
                </a:cubicBezTo>
                <a:cubicBezTo>
                  <a:pt x="0" y="20756"/>
                  <a:pt x="844" y="21600"/>
                  <a:pt x="2025" y="21600"/>
                </a:cubicBezTo>
                <a:cubicBezTo>
                  <a:pt x="16875" y="21600"/>
                  <a:pt x="16875" y="21600"/>
                  <a:pt x="16875" y="21600"/>
                </a:cubicBezTo>
                <a:cubicBezTo>
                  <a:pt x="18056" y="21600"/>
                  <a:pt x="18900" y="20756"/>
                  <a:pt x="18900" y="19575"/>
                </a:cubicBezTo>
                <a:cubicBezTo>
                  <a:pt x="18900" y="12150"/>
                  <a:pt x="18900" y="12150"/>
                  <a:pt x="18900" y="12150"/>
                </a:cubicBezTo>
                <a:cubicBezTo>
                  <a:pt x="18900" y="11813"/>
                  <a:pt x="18562" y="11475"/>
                  <a:pt x="18225" y="11475"/>
                </a:cubicBezTo>
                <a:close/>
                <a:moveTo>
                  <a:pt x="20925" y="0"/>
                </a:moveTo>
                <a:cubicBezTo>
                  <a:pt x="14175" y="0"/>
                  <a:pt x="14175" y="0"/>
                  <a:pt x="14175" y="0"/>
                </a:cubicBezTo>
                <a:cubicBezTo>
                  <a:pt x="13838" y="0"/>
                  <a:pt x="13500" y="337"/>
                  <a:pt x="13500" y="675"/>
                </a:cubicBezTo>
                <a:cubicBezTo>
                  <a:pt x="13500" y="1012"/>
                  <a:pt x="13838" y="1350"/>
                  <a:pt x="14175" y="1350"/>
                </a:cubicBezTo>
                <a:cubicBezTo>
                  <a:pt x="19238" y="1350"/>
                  <a:pt x="19238" y="1350"/>
                  <a:pt x="19238" y="1350"/>
                </a:cubicBezTo>
                <a:cubicBezTo>
                  <a:pt x="10294" y="10294"/>
                  <a:pt x="10294" y="10294"/>
                  <a:pt x="10294" y="10294"/>
                </a:cubicBezTo>
                <a:cubicBezTo>
                  <a:pt x="9956" y="10631"/>
                  <a:pt x="9956" y="10969"/>
                  <a:pt x="10294" y="11306"/>
                </a:cubicBezTo>
                <a:cubicBezTo>
                  <a:pt x="10631" y="11475"/>
                  <a:pt x="10969" y="11475"/>
                  <a:pt x="11306" y="11306"/>
                </a:cubicBezTo>
                <a:cubicBezTo>
                  <a:pt x="20250" y="2363"/>
                  <a:pt x="20250" y="2363"/>
                  <a:pt x="20250" y="2363"/>
                </a:cubicBezTo>
                <a:cubicBezTo>
                  <a:pt x="20250" y="6750"/>
                  <a:pt x="20250" y="6750"/>
                  <a:pt x="20250" y="6750"/>
                </a:cubicBezTo>
                <a:cubicBezTo>
                  <a:pt x="20250" y="7088"/>
                  <a:pt x="20588" y="7425"/>
                  <a:pt x="20925" y="7425"/>
                </a:cubicBezTo>
                <a:cubicBezTo>
                  <a:pt x="21263" y="7425"/>
                  <a:pt x="21600" y="7088"/>
                  <a:pt x="21600" y="6750"/>
                </a:cubicBezTo>
                <a:cubicBezTo>
                  <a:pt x="21600" y="675"/>
                  <a:pt x="21600" y="675"/>
                  <a:pt x="21600" y="675"/>
                </a:cubicBezTo>
                <a:cubicBezTo>
                  <a:pt x="21600" y="337"/>
                  <a:pt x="21263" y="0"/>
                  <a:pt x="20925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稻壳儿春秋广告/盗版必究        原创来源：http://chn.docer.com/works?userid=199329941#!/work_time"/>
          <p:cNvSpPr/>
          <p:nvPr>
            <p:custDataLst>
              <p:tags r:id="rId12"/>
            </p:custDataLst>
          </p:nvPr>
        </p:nvSpPr>
        <p:spPr>
          <a:xfrm>
            <a:off x="5944344" y="2505583"/>
            <a:ext cx="303031" cy="373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85" y="16200"/>
                </a:moveTo>
                <a:cubicBezTo>
                  <a:pt x="5815" y="16200"/>
                  <a:pt x="5815" y="16200"/>
                  <a:pt x="5815" y="16200"/>
                </a:cubicBezTo>
                <a:cubicBezTo>
                  <a:pt x="5400" y="16200"/>
                  <a:pt x="4985" y="16538"/>
                  <a:pt x="4985" y="16875"/>
                </a:cubicBezTo>
                <a:cubicBezTo>
                  <a:pt x="4985" y="17213"/>
                  <a:pt x="5400" y="17550"/>
                  <a:pt x="5815" y="17550"/>
                </a:cubicBezTo>
                <a:cubicBezTo>
                  <a:pt x="15785" y="17550"/>
                  <a:pt x="15785" y="17550"/>
                  <a:pt x="15785" y="17550"/>
                </a:cubicBezTo>
                <a:cubicBezTo>
                  <a:pt x="16200" y="17550"/>
                  <a:pt x="16615" y="17213"/>
                  <a:pt x="16615" y="16875"/>
                </a:cubicBezTo>
                <a:cubicBezTo>
                  <a:pt x="16615" y="16538"/>
                  <a:pt x="16200" y="16200"/>
                  <a:pt x="15785" y="16200"/>
                </a:cubicBezTo>
                <a:close/>
                <a:moveTo>
                  <a:pt x="19108" y="3375"/>
                </a:moveTo>
                <a:cubicBezTo>
                  <a:pt x="17446" y="3375"/>
                  <a:pt x="17446" y="3375"/>
                  <a:pt x="17446" y="3375"/>
                </a:cubicBezTo>
                <a:cubicBezTo>
                  <a:pt x="17446" y="2700"/>
                  <a:pt x="16615" y="2025"/>
                  <a:pt x="15785" y="2025"/>
                </a:cubicBezTo>
                <a:cubicBezTo>
                  <a:pt x="14954" y="2025"/>
                  <a:pt x="14954" y="2025"/>
                  <a:pt x="14954" y="2025"/>
                </a:cubicBezTo>
                <a:cubicBezTo>
                  <a:pt x="14954" y="1350"/>
                  <a:pt x="14954" y="1350"/>
                  <a:pt x="14954" y="1350"/>
                </a:cubicBezTo>
                <a:cubicBezTo>
                  <a:pt x="14954" y="675"/>
                  <a:pt x="14123" y="0"/>
                  <a:pt x="13292" y="0"/>
                </a:cubicBezTo>
                <a:cubicBezTo>
                  <a:pt x="8308" y="0"/>
                  <a:pt x="8308" y="0"/>
                  <a:pt x="8308" y="0"/>
                </a:cubicBezTo>
                <a:cubicBezTo>
                  <a:pt x="7477" y="0"/>
                  <a:pt x="6646" y="675"/>
                  <a:pt x="6646" y="1350"/>
                </a:cubicBezTo>
                <a:cubicBezTo>
                  <a:pt x="6646" y="2025"/>
                  <a:pt x="6646" y="2025"/>
                  <a:pt x="6646" y="2025"/>
                </a:cubicBezTo>
                <a:cubicBezTo>
                  <a:pt x="5815" y="2025"/>
                  <a:pt x="5815" y="2025"/>
                  <a:pt x="5815" y="2025"/>
                </a:cubicBezTo>
                <a:cubicBezTo>
                  <a:pt x="4985" y="2025"/>
                  <a:pt x="4154" y="2700"/>
                  <a:pt x="4154" y="3375"/>
                </a:cubicBezTo>
                <a:cubicBezTo>
                  <a:pt x="2492" y="3375"/>
                  <a:pt x="2492" y="3375"/>
                  <a:pt x="2492" y="3375"/>
                </a:cubicBezTo>
                <a:cubicBezTo>
                  <a:pt x="1038" y="3375"/>
                  <a:pt x="0" y="4219"/>
                  <a:pt x="0" y="5400"/>
                </a:cubicBezTo>
                <a:cubicBezTo>
                  <a:pt x="0" y="19575"/>
                  <a:pt x="0" y="19575"/>
                  <a:pt x="0" y="19575"/>
                </a:cubicBezTo>
                <a:cubicBezTo>
                  <a:pt x="0" y="20756"/>
                  <a:pt x="1038" y="21600"/>
                  <a:pt x="2492" y="21600"/>
                </a:cubicBezTo>
                <a:cubicBezTo>
                  <a:pt x="19108" y="21600"/>
                  <a:pt x="19108" y="21600"/>
                  <a:pt x="19108" y="21600"/>
                </a:cubicBezTo>
                <a:cubicBezTo>
                  <a:pt x="20562" y="21600"/>
                  <a:pt x="21600" y="20756"/>
                  <a:pt x="21600" y="19575"/>
                </a:cubicBezTo>
                <a:cubicBezTo>
                  <a:pt x="21600" y="5400"/>
                  <a:pt x="21600" y="5400"/>
                  <a:pt x="21600" y="5400"/>
                </a:cubicBezTo>
                <a:cubicBezTo>
                  <a:pt x="21600" y="4219"/>
                  <a:pt x="20562" y="3375"/>
                  <a:pt x="19108" y="3375"/>
                </a:cubicBezTo>
                <a:close/>
                <a:moveTo>
                  <a:pt x="7062" y="3375"/>
                </a:moveTo>
                <a:cubicBezTo>
                  <a:pt x="8308" y="3375"/>
                  <a:pt x="8308" y="3375"/>
                  <a:pt x="8308" y="3375"/>
                </a:cubicBezTo>
                <a:cubicBezTo>
                  <a:pt x="8308" y="2700"/>
                  <a:pt x="8308" y="2700"/>
                  <a:pt x="8308" y="2700"/>
                </a:cubicBezTo>
                <a:cubicBezTo>
                  <a:pt x="8308" y="2025"/>
                  <a:pt x="9138" y="1350"/>
                  <a:pt x="9969" y="1350"/>
                </a:cubicBezTo>
                <a:cubicBezTo>
                  <a:pt x="11631" y="1350"/>
                  <a:pt x="11631" y="1350"/>
                  <a:pt x="11631" y="1350"/>
                </a:cubicBezTo>
                <a:cubicBezTo>
                  <a:pt x="12462" y="1350"/>
                  <a:pt x="13292" y="2025"/>
                  <a:pt x="13292" y="2700"/>
                </a:cubicBezTo>
                <a:cubicBezTo>
                  <a:pt x="13292" y="3375"/>
                  <a:pt x="13292" y="3375"/>
                  <a:pt x="13292" y="3375"/>
                </a:cubicBezTo>
                <a:cubicBezTo>
                  <a:pt x="14538" y="3375"/>
                  <a:pt x="14538" y="3375"/>
                  <a:pt x="14538" y="3375"/>
                </a:cubicBezTo>
                <a:cubicBezTo>
                  <a:pt x="15162" y="3375"/>
                  <a:pt x="15785" y="3881"/>
                  <a:pt x="15785" y="4388"/>
                </a:cubicBezTo>
                <a:cubicBezTo>
                  <a:pt x="15785" y="4894"/>
                  <a:pt x="15162" y="5400"/>
                  <a:pt x="14538" y="5400"/>
                </a:cubicBezTo>
                <a:cubicBezTo>
                  <a:pt x="7062" y="5400"/>
                  <a:pt x="7062" y="5400"/>
                  <a:pt x="7062" y="5400"/>
                </a:cubicBezTo>
                <a:cubicBezTo>
                  <a:pt x="6438" y="5400"/>
                  <a:pt x="5815" y="4894"/>
                  <a:pt x="5815" y="4388"/>
                </a:cubicBezTo>
                <a:cubicBezTo>
                  <a:pt x="5815" y="3881"/>
                  <a:pt x="6438" y="3375"/>
                  <a:pt x="7062" y="3375"/>
                </a:cubicBezTo>
                <a:close/>
                <a:moveTo>
                  <a:pt x="19938" y="18900"/>
                </a:moveTo>
                <a:cubicBezTo>
                  <a:pt x="19938" y="19744"/>
                  <a:pt x="19108" y="20250"/>
                  <a:pt x="18277" y="20250"/>
                </a:cubicBezTo>
                <a:cubicBezTo>
                  <a:pt x="3323" y="20250"/>
                  <a:pt x="3323" y="20250"/>
                  <a:pt x="3323" y="20250"/>
                </a:cubicBezTo>
                <a:cubicBezTo>
                  <a:pt x="2492" y="20250"/>
                  <a:pt x="1662" y="19744"/>
                  <a:pt x="1662" y="18900"/>
                </a:cubicBezTo>
                <a:cubicBezTo>
                  <a:pt x="1662" y="6075"/>
                  <a:pt x="1662" y="6075"/>
                  <a:pt x="1662" y="6075"/>
                </a:cubicBezTo>
                <a:cubicBezTo>
                  <a:pt x="1662" y="5400"/>
                  <a:pt x="2492" y="4725"/>
                  <a:pt x="3323" y="4725"/>
                </a:cubicBezTo>
                <a:cubicBezTo>
                  <a:pt x="4154" y="4725"/>
                  <a:pt x="4154" y="4725"/>
                  <a:pt x="4154" y="4725"/>
                </a:cubicBezTo>
                <a:cubicBezTo>
                  <a:pt x="4154" y="5400"/>
                  <a:pt x="4154" y="5400"/>
                  <a:pt x="4154" y="5400"/>
                </a:cubicBezTo>
                <a:cubicBezTo>
                  <a:pt x="4154" y="6244"/>
                  <a:pt x="4985" y="6750"/>
                  <a:pt x="5815" y="6750"/>
                </a:cubicBezTo>
                <a:cubicBezTo>
                  <a:pt x="15785" y="6750"/>
                  <a:pt x="15785" y="6750"/>
                  <a:pt x="15785" y="6750"/>
                </a:cubicBezTo>
                <a:cubicBezTo>
                  <a:pt x="16823" y="6750"/>
                  <a:pt x="17238" y="6075"/>
                  <a:pt x="17446" y="5400"/>
                </a:cubicBezTo>
                <a:cubicBezTo>
                  <a:pt x="17446" y="5231"/>
                  <a:pt x="17446" y="4894"/>
                  <a:pt x="17446" y="4725"/>
                </a:cubicBezTo>
                <a:cubicBezTo>
                  <a:pt x="18277" y="4725"/>
                  <a:pt x="18277" y="4725"/>
                  <a:pt x="18277" y="4725"/>
                </a:cubicBezTo>
                <a:cubicBezTo>
                  <a:pt x="19108" y="4725"/>
                  <a:pt x="19938" y="5400"/>
                  <a:pt x="19938" y="6075"/>
                </a:cubicBezTo>
                <a:cubicBezTo>
                  <a:pt x="19938" y="18900"/>
                  <a:pt x="19938" y="18900"/>
                  <a:pt x="19938" y="18900"/>
                </a:cubicBezTo>
                <a:close/>
                <a:moveTo>
                  <a:pt x="15785" y="12825"/>
                </a:moveTo>
                <a:cubicBezTo>
                  <a:pt x="5815" y="12825"/>
                  <a:pt x="5815" y="12825"/>
                  <a:pt x="5815" y="12825"/>
                </a:cubicBezTo>
                <a:cubicBezTo>
                  <a:pt x="5400" y="12825"/>
                  <a:pt x="4985" y="13162"/>
                  <a:pt x="4985" y="13500"/>
                </a:cubicBezTo>
                <a:cubicBezTo>
                  <a:pt x="4985" y="13838"/>
                  <a:pt x="5400" y="14175"/>
                  <a:pt x="5815" y="14175"/>
                </a:cubicBezTo>
                <a:cubicBezTo>
                  <a:pt x="15785" y="14175"/>
                  <a:pt x="15785" y="14175"/>
                  <a:pt x="15785" y="14175"/>
                </a:cubicBezTo>
                <a:cubicBezTo>
                  <a:pt x="16200" y="14175"/>
                  <a:pt x="16615" y="13838"/>
                  <a:pt x="16615" y="13500"/>
                </a:cubicBezTo>
                <a:cubicBezTo>
                  <a:pt x="16615" y="13162"/>
                  <a:pt x="16200" y="12825"/>
                  <a:pt x="15785" y="12825"/>
                </a:cubicBezTo>
                <a:close/>
                <a:moveTo>
                  <a:pt x="15785" y="9450"/>
                </a:moveTo>
                <a:cubicBezTo>
                  <a:pt x="5815" y="9450"/>
                  <a:pt x="5815" y="9450"/>
                  <a:pt x="5815" y="9450"/>
                </a:cubicBezTo>
                <a:cubicBezTo>
                  <a:pt x="5400" y="9450"/>
                  <a:pt x="4985" y="9788"/>
                  <a:pt x="4985" y="10125"/>
                </a:cubicBezTo>
                <a:cubicBezTo>
                  <a:pt x="4985" y="10462"/>
                  <a:pt x="5400" y="10800"/>
                  <a:pt x="5815" y="10800"/>
                </a:cubicBezTo>
                <a:cubicBezTo>
                  <a:pt x="15785" y="10800"/>
                  <a:pt x="15785" y="10800"/>
                  <a:pt x="15785" y="10800"/>
                </a:cubicBezTo>
                <a:cubicBezTo>
                  <a:pt x="16200" y="10800"/>
                  <a:pt x="16615" y="10462"/>
                  <a:pt x="16615" y="10125"/>
                </a:cubicBezTo>
                <a:cubicBezTo>
                  <a:pt x="16615" y="9788"/>
                  <a:pt x="16200" y="9450"/>
                  <a:pt x="15785" y="945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稻壳儿春秋广告/盗版必究        原创来源：http://chn.docer.com/works?userid=199329941#!/work_time"/>
          <p:cNvSpPr/>
          <p:nvPr>
            <p:custDataLst>
              <p:tags r:id="rId13"/>
            </p:custDataLst>
          </p:nvPr>
        </p:nvSpPr>
        <p:spPr>
          <a:xfrm>
            <a:off x="6948581" y="3557272"/>
            <a:ext cx="373246" cy="3396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72" extrusionOk="0">
                <a:moveTo>
                  <a:pt x="14850" y="5040"/>
                </a:moveTo>
                <a:cubicBezTo>
                  <a:pt x="2025" y="5040"/>
                  <a:pt x="2025" y="5040"/>
                  <a:pt x="2025" y="5040"/>
                </a:cubicBezTo>
                <a:cubicBezTo>
                  <a:pt x="844" y="5040"/>
                  <a:pt x="0" y="6120"/>
                  <a:pt x="0" y="7200"/>
                </a:cubicBezTo>
                <a:cubicBezTo>
                  <a:pt x="0" y="15840"/>
                  <a:pt x="0" y="15840"/>
                  <a:pt x="0" y="15840"/>
                </a:cubicBezTo>
                <a:cubicBezTo>
                  <a:pt x="0" y="17100"/>
                  <a:pt x="844" y="18000"/>
                  <a:pt x="2025" y="18000"/>
                </a:cubicBezTo>
                <a:cubicBezTo>
                  <a:pt x="3375" y="18000"/>
                  <a:pt x="3375" y="18000"/>
                  <a:pt x="3375" y="18000"/>
                </a:cubicBezTo>
                <a:cubicBezTo>
                  <a:pt x="3375" y="19620"/>
                  <a:pt x="3375" y="19620"/>
                  <a:pt x="3375" y="19620"/>
                </a:cubicBezTo>
                <a:cubicBezTo>
                  <a:pt x="3544" y="20520"/>
                  <a:pt x="4556" y="21600"/>
                  <a:pt x="6075" y="20520"/>
                </a:cubicBezTo>
                <a:cubicBezTo>
                  <a:pt x="8606" y="18000"/>
                  <a:pt x="8606" y="18000"/>
                  <a:pt x="8606" y="18000"/>
                </a:cubicBezTo>
                <a:cubicBezTo>
                  <a:pt x="14850" y="18000"/>
                  <a:pt x="14850" y="18000"/>
                  <a:pt x="14850" y="18000"/>
                </a:cubicBezTo>
                <a:cubicBezTo>
                  <a:pt x="16031" y="18000"/>
                  <a:pt x="16875" y="17100"/>
                  <a:pt x="16875" y="15840"/>
                </a:cubicBezTo>
                <a:cubicBezTo>
                  <a:pt x="16875" y="7200"/>
                  <a:pt x="16875" y="7200"/>
                  <a:pt x="16875" y="7200"/>
                </a:cubicBezTo>
                <a:cubicBezTo>
                  <a:pt x="16875" y="6120"/>
                  <a:pt x="16031" y="5040"/>
                  <a:pt x="14850" y="5040"/>
                </a:cubicBezTo>
                <a:close/>
                <a:moveTo>
                  <a:pt x="15525" y="15120"/>
                </a:moveTo>
                <a:cubicBezTo>
                  <a:pt x="15525" y="16020"/>
                  <a:pt x="14850" y="16560"/>
                  <a:pt x="14175" y="16560"/>
                </a:cubicBezTo>
                <a:cubicBezTo>
                  <a:pt x="9788" y="16560"/>
                  <a:pt x="9788" y="16560"/>
                  <a:pt x="9788" y="16560"/>
                </a:cubicBezTo>
                <a:cubicBezTo>
                  <a:pt x="8269" y="16560"/>
                  <a:pt x="8269" y="16560"/>
                  <a:pt x="8269" y="16560"/>
                </a:cubicBezTo>
                <a:cubicBezTo>
                  <a:pt x="5231" y="19440"/>
                  <a:pt x="5231" y="19440"/>
                  <a:pt x="5231" y="19440"/>
                </a:cubicBezTo>
                <a:cubicBezTo>
                  <a:pt x="4725" y="19800"/>
                  <a:pt x="4725" y="18720"/>
                  <a:pt x="4725" y="18720"/>
                </a:cubicBezTo>
                <a:cubicBezTo>
                  <a:pt x="4725" y="17640"/>
                  <a:pt x="4725" y="17640"/>
                  <a:pt x="4725" y="17640"/>
                </a:cubicBezTo>
                <a:cubicBezTo>
                  <a:pt x="4725" y="17280"/>
                  <a:pt x="4725" y="16560"/>
                  <a:pt x="4725" y="16560"/>
                </a:cubicBezTo>
                <a:cubicBezTo>
                  <a:pt x="4725" y="16560"/>
                  <a:pt x="4388" y="16560"/>
                  <a:pt x="4050" y="16560"/>
                </a:cubicBezTo>
                <a:cubicBezTo>
                  <a:pt x="2700" y="16560"/>
                  <a:pt x="2700" y="16560"/>
                  <a:pt x="2700" y="16560"/>
                </a:cubicBezTo>
                <a:cubicBezTo>
                  <a:pt x="2025" y="16560"/>
                  <a:pt x="1350" y="16020"/>
                  <a:pt x="1350" y="15120"/>
                </a:cubicBezTo>
                <a:cubicBezTo>
                  <a:pt x="1350" y="7920"/>
                  <a:pt x="1350" y="7920"/>
                  <a:pt x="1350" y="7920"/>
                </a:cubicBezTo>
                <a:cubicBezTo>
                  <a:pt x="1350" y="7200"/>
                  <a:pt x="2025" y="6480"/>
                  <a:pt x="2700" y="6480"/>
                </a:cubicBezTo>
                <a:cubicBezTo>
                  <a:pt x="14175" y="6480"/>
                  <a:pt x="14175" y="6480"/>
                  <a:pt x="14175" y="6480"/>
                </a:cubicBezTo>
                <a:cubicBezTo>
                  <a:pt x="14850" y="6480"/>
                  <a:pt x="15525" y="7200"/>
                  <a:pt x="15525" y="7920"/>
                </a:cubicBezTo>
                <a:cubicBezTo>
                  <a:pt x="15525" y="15120"/>
                  <a:pt x="15525" y="15120"/>
                  <a:pt x="15525" y="15120"/>
                </a:cubicBezTo>
                <a:close/>
                <a:moveTo>
                  <a:pt x="19575" y="0"/>
                </a:moveTo>
                <a:cubicBezTo>
                  <a:pt x="7425" y="0"/>
                  <a:pt x="7425" y="0"/>
                  <a:pt x="7425" y="0"/>
                </a:cubicBezTo>
                <a:cubicBezTo>
                  <a:pt x="6244" y="0"/>
                  <a:pt x="5400" y="900"/>
                  <a:pt x="5400" y="2160"/>
                </a:cubicBezTo>
                <a:cubicBezTo>
                  <a:pt x="5400" y="3600"/>
                  <a:pt x="5400" y="3600"/>
                  <a:pt x="5400" y="3600"/>
                </a:cubicBezTo>
                <a:cubicBezTo>
                  <a:pt x="6750" y="3600"/>
                  <a:pt x="6750" y="3600"/>
                  <a:pt x="6750" y="3600"/>
                </a:cubicBezTo>
                <a:cubicBezTo>
                  <a:pt x="6750" y="2880"/>
                  <a:pt x="6750" y="2880"/>
                  <a:pt x="6750" y="2880"/>
                </a:cubicBezTo>
                <a:cubicBezTo>
                  <a:pt x="6750" y="2160"/>
                  <a:pt x="7425" y="1440"/>
                  <a:pt x="8100" y="1440"/>
                </a:cubicBezTo>
                <a:cubicBezTo>
                  <a:pt x="18900" y="1440"/>
                  <a:pt x="18900" y="1440"/>
                  <a:pt x="18900" y="1440"/>
                </a:cubicBezTo>
                <a:cubicBezTo>
                  <a:pt x="19575" y="1440"/>
                  <a:pt x="20250" y="2160"/>
                  <a:pt x="20250" y="2880"/>
                </a:cubicBezTo>
                <a:cubicBezTo>
                  <a:pt x="20250" y="10080"/>
                  <a:pt x="20250" y="10080"/>
                  <a:pt x="20250" y="10080"/>
                </a:cubicBezTo>
                <a:cubicBezTo>
                  <a:pt x="20250" y="10800"/>
                  <a:pt x="19575" y="11520"/>
                  <a:pt x="18900" y="11520"/>
                </a:cubicBezTo>
                <a:cubicBezTo>
                  <a:pt x="18225" y="11520"/>
                  <a:pt x="18225" y="11520"/>
                  <a:pt x="18225" y="11520"/>
                </a:cubicBezTo>
                <a:cubicBezTo>
                  <a:pt x="18225" y="12960"/>
                  <a:pt x="18225" y="12960"/>
                  <a:pt x="18225" y="12960"/>
                </a:cubicBezTo>
                <a:cubicBezTo>
                  <a:pt x="19575" y="12960"/>
                  <a:pt x="19575" y="12960"/>
                  <a:pt x="19575" y="12960"/>
                </a:cubicBezTo>
                <a:cubicBezTo>
                  <a:pt x="20756" y="12960"/>
                  <a:pt x="21600" y="12060"/>
                  <a:pt x="21600" y="10800"/>
                </a:cubicBezTo>
                <a:cubicBezTo>
                  <a:pt x="21600" y="2160"/>
                  <a:pt x="21600" y="2160"/>
                  <a:pt x="21600" y="2160"/>
                </a:cubicBezTo>
                <a:cubicBezTo>
                  <a:pt x="21600" y="900"/>
                  <a:pt x="20756" y="0"/>
                  <a:pt x="19575" y="0"/>
                </a:cubicBezTo>
                <a:close/>
                <a:moveTo>
                  <a:pt x="12150" y="9360"/>
                </a:moveTo>
                <a:cubicBezTo>
                  <a:pt x="4725" y="9360"/>
                  <a:pt x="4725" y="9360"/>
                  <a:pt x="4725" y="9360"/>
                </a:cubicBezTo>
                <a:cubicBezTo>
                  <a:pt x="4388" y="9360"/>
                  <a:pt x="4050" y="9720"/>
                  <a:pt x="4050" y="10080"/>
                </a:cubicBezTo>
                <a:cubicBezTo>
                  <a:pt x="4050" y="10440"/>
                  <a:pt x="4388" y="10800"/>
                  <a:pt x="4725" y="10800"/>
                </a:cubicBezTo>
                <a:cubicBezTo>
                  <a:pt x="12150" y="10800"/>
                  <a:pt x="12150" y="10800"/>
                  <a:pt x="12150" y="10800"/>
                </a:cubicBezTo>
                <a:cubicBezTo>
                  <a:pt x="12488" y="10800"/>
                  <a:pt x="12825" y="10440"/>
                  <a:pt x="12825" y="10080"/>
                </a:cubicBezTo>
                <a:cubicBezTo>
                  <a:pt x="12825" y="9720"/>
                  <a:pt x="12488" y="9360"/>
                  <a:pt x="12150" y="9360"/>
                </a:cubicBezTo>
                <a:close/>
                <a:moveTo>
                  <a:pt x="10800" y="12240"/>
                </a:moveTo>
                <a:cubicBezTo>
                  <a:pt x="4725" y="12240"/>
                  <a:pt x="4725" y="12240"/>
                  <a:pt x="4725" y="12240"/>
                </a:cubicBezTo>
                <a:cubicBezTo>
                  <a:pt x="4388" y="12240"/>
                  <a:pt x="4050" y="12600"/>
                  <a:pt x="4050" y="12960"/>
                </a:cubicBezTo>
                <a:cubicBezTo>
                  <a:pt x="4050" y="13500"/>
                  <a:pt x="4388" y="13680"/>
                  <a:pt x="4725" y="13680"/>
                </a:cubicBezTo>
                <a:cubicBezTo>
                  <a:pt x="10800" y="13680"/>
                  <a:pt x="10800" y="13680"/>
                  <a:pt x="10800" y="13680"/>
                </a:cubicBezTo>
                <a:cubicBezTo>
                  <a:pt x="11138" y="13680"/>
                  <a:pt x="11475" y="13500"/>
                  <a:pt x="11475" y="12960"/>
                </a:cubicBezTo>
                <a:cubicBezTo>
                  <a:pt x="11475" y="12600"/>
                  <a:pt x="11138" y="12240"/>
                  <a:pt x="10800" y="1224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稻壳儿春秋广告/盗版必究        原创来源：http://chn.docer.com/works?userid=199329941#!/work_time"/>
          <p:cNvSpPr/>
          <p:nvPr>
            <p:custDataLst>
              <p:tags r:id="rId14"/>
            </p:custDataLst>
          </p:nvPr>
        </p:nvSpPr>
        <p:spPr>
          <a:xfrm>
            <a:off x="5909599" y="4547543"/>
            <a:ext cx="372516" cy="3742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8" h="21516" extrusionOk="0">
                <a:moveTo>
                  <a:pt x="21431" y="21265"/>
                </a:moveTo>
                <a:cubicBezTo>
                  <a:pt x="21094" y="21600"/>
                  <a:pt x="20588" y="21600"/>
                  <a:pt x="20419" y="21265"/>
                </a:cubicBezTo>
                <a:cubicBezTo>
                  <a:pt x="14513" y="15405"/>
                  <a:pt x="14513" y="15405"/>
                  <a:pt x="14513" y="15405"/>
                </a:cubicBezTo>
                <a:cubicBezTo>
                  <a:pt x="12994" y="16577"/>
                  <a:pt x="10969" y="17414"/>
                  <a:pt x="8775" y="17414"/>
                </a:cubicBezTo>
                <a:cubicBezTo>
                  <a:pt x="3881" y="17414"/>
                  <a:pt x="0" y="13563"/>
                  <a:pt x="0" y="8707"/>
                </a:cubicBezTo>
                <a:cubicBezTo>
                  <a:pt x="0" y="3851"/>
                  <a:pt x="3881" y="0"/>
                  <a:pt x="8775" y="0"/>
                </a:cubicBezTo>
                <a:cubicBezTo>
                  <a:pt x="13669" y="0"/>
                  <a:pt x="17550" y="3851"/>
                  <a:pt x="17550" y="8707"/>
                </a:cubicBezTo>
                <a:cubicBezTo>
                  <a:pt x="17550" y="10884"/>
                  <a:pt x="16706" y="12893"/>
                  <a:pt x="15525" y="14400"/>
                </a:cubicBezTo>
                <a:cubicBezTo>
                  <a:pt x="21431" y="20260"/>
                  <a:pt x="21431" y="20260"/>
                  <a:pt x="21431" y="20260"/>
                </a:cubicBezTo>
                <a:cubicBezTo>
                  <a:pt x="21600" y="20428"/>
                  <a:pt x="21600" y="20930"/>
                  <a:pt x="21431" y="21265"/>
                </a:cubicBezTo>
                <a:close/>
                <a:moveTo>
                  <a:pt x="8775" y="1340"/>
                </a:moveTo>
                <a:cubicBezTo>
                  <a:pt x="4725" y="1340"/>
                  <a:pt x="1350" y="4688"/>
                  <a:pt x="1350" y="8707"/>
                </a:cubicBezTo>
                <a:cubicBezTo>
                  <a:pt x="1350" y="12726"/>
                  <a:pt x="4725" y="16074"/>
                  <a:pt x="8775" y="16074"/>
                </a:cubicBezTo>
                <a:cubicBezTo>
                  <a:pt x="12825" y="16074"/>
                  <a:pt x="16200" y="12726"/>
                  <a:pt x="16200" y="8707"/>
                </a:cubicBezTo>
                <a:cubicBezTo>
                  <a:pt x="16200" y="4688"/>
                  <a:pt x="12825" y="1340"/>
                  <a:pt x="8775" y="134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22860" rIns="22860"/>
          <a:lstStyle/>
          <a:p>
            <a:pPr defTabSz="1219200">
              <a:defRPr sz="4800">
                <a:solidFill>
                  <a:srgbClr val="27282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350" y="85090"/>
            <a:ext cx="1530350" cy="523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Syntax CSS</a:t>
            </a:r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29460" y="2112010"/>
            <a:ext cx="7835900" cy="19291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350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7685"/>
            <a:ext cx="10515600" cy="1325563"/>
          </a:xfrm>
        </p:spPr>
        <p:txBody>
          <a:bodyPr/>
          <a:lstStyle/>
          <a:p>
            <a:r>
              <a:rPr lang="en-US"/>
              <a:t>SELECTOR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/>
              <a:t>Selector: digunakan pada CSS untuk mengenali sebuah elemen HTML yang akan diberi style/dihias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dirty="0">
                <a:sym typeface="+mn-ea"/>
              </a:rPr>
              <a:t>HTML</a:t>
            </a:r>
            <a:endParaRPr lang="en-US" dirty="0">
              <a:sym typeface="+mn-ea"/>
            </a:endParaRPr>
          </a:p>
          <a:p>
            <a:r>
              <a:rPr lang="en-US" dirty="0">
                <a:sym typeface="+mn-ea"/>
              </a:rPr>
              <a:t>ID</a:t>
            </a:r>
            <a:endParaRPr lang="en-US" dirty="0">
              <a:sym typeface="+mn-ea"/>
            </a:endParaRPr>
          </a:p>
          <a:p>
            <a:r>
              <a:rPr lang="en-US" dirty="0">
                <a:sym typeface="+mn-ea"/>
              </a:rPr>
              <a:t>Class</a:t>
            </a:r>
            <a:endParaRPr lang="en-US" dirty="0">
              <a:sym typeface="+mn-ea"/>
            </a:endParaRPr>
          </a:p>
          <a:p>
            <a:r>
              <a:rPr lang="en-US" dirty="0">
                <a:sym typeface="+mn-ea"/>
              </a:rPr>
              <a:t>Complex selector (selector </a:t>
            </a:r>
            <a:r>
              <a:rPr lang="en-US" dirty="0" err="1">
                <a:sym typeface="+mn-ea"/>
              </a:rPr>
              <a:t>panjang</a:t>
            </a:r>
            <a:r>
              <a:rPr lang="en-US" dirty="0">
                <a:sym typeface="+mn-ea"/>
              </a:rPr>
              <a:t> &amp; </a:t>
            </a:r>
            <a:r>
              <a:rPr lang="en-US" dirty="0" err="1">
                <a:sym typeface="+mn-ea"/>
              </a:rPr>
              <a:t>kompleks</a:t>
            </a:r>
            <a:r>
              <a:rPr lang="en-US" dirty="0">
                <a:sym typeface="+mn-ea"/>
              </a:rPr>
              <a:t>)</a:t>
            </a:r>
            <a:endParaRPr lang="en-ID" dirty="0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85090"/>
            <a:ext cx="1530350" cy="523240"/>
          </a:xfrm>
          <a:prstGeom prst="rect">
            <a:avLst/>
          </a:prstGeom>
        </p:spPr>
      </p:pic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61976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PENEMPATAN CSS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02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 txBox="1"/>
          <p:nvPr/>
        </p:nvSpPr>
        <p:spPr>
          <a:xfrm>
            <a:off x="4399281" y="392370"/>
            <a:ext cx="339343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PENULISAN CSS</a:t>
            </a:r>
            <a:endParaRPr lang="en-US" altLang="zh-CN" sz="28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2205555" y="1924541"/>
            <a:ext cx="749300" cy="839297"/>
            <a:chOff x="1689100" y="1446213"/>
            <a:chExt cx="1176338" cy="1317625"/>
          </a:xfrm>
        </p:grpSpPr>
        <p:sp>
          <p:nvSpPr>
            <p:cNvPr id="4" name="稻壳儿春秋广告/盗版必究        原创来源：http://chn.docer.com/works?userid=199329941#!/work_time"/>
            <p:cNvSpPr>
              <a:spLocks noChangeAspect="1" noChangeArrowheads="1" noTextEdit="1"/>
            </p:cNvSpPr>
            <p:nvPr>
              <p:custDataLst>
                <p:tags r:id="rId2"/>
              </p:custDataLst>
            </p:nvPr>
          </p:nvSpPr>
          <p:spPr bwMode="auto">
            <a:xfrm>
              <a:off x="1689100" y="1446213"/>
              <a:ext cx="1176338" cy="1317625"/>
            </a:xfrm>
            <a:prstGeom prst="rect">
              <a:avLst/>
            </a:prstGeom>
            <a:solidFill>
              <a:srgbClr val="028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6" name="稻壳儿春秋广告/盗版必究        原创来源：http://chn.docer.com/works?userid=199329941#!/work_time"/>
            <p:cNvSpPr/>
            <p:nvPr>
              <p:custDataLst>
                <p:tags r:id="rId3"/>
              </p:custDataLst>
            </p:nvPr>
          </p:nvSpPr>
          <p:spPr bwMode="auto">
            <a:xfrm>
              <a:off x="1881188" y="2066926"/>
              <a:ext cx="792163" cy="582613"/>
            </a:xfrm>
            <a:custGeom>
              <a:avLst/>
              <a:gdLst>
                <a:gd name="T0" fmla="*/ 0 w 499"/>
                <a:gd name="T1" fmla="*/ 0 h 367"/>
                <a:gd name="T2" fmla="*/ 252 w 499"/>
                <a:gd name="T3" fmla="*/ 150 h 367"/>
                <a:gd name="T4" fmla="*/ 499 w 499"/>
                <a:gd name="T5" fmla="*/ 0 h 367"/>
                <a:gd name="T6" fmla="*/ 252 w 499"/>
                <a:gd name="T7" fmla="*/ 367 h 367"/>
                <a:gd name="T8" fmla="*/ 0 w 499"/>
                <a:gd name="T9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9" h="367">
                  <a:moveTo>
                    <a:pt x="0" y="0"/>
                  </a:moveTo>
                  <a:lnTo>
                    <a:pt x="252" y="150"/>
                  </a:lnTo>
                  <a:lnTo>
                    <a:pt x="499" y="0"/>
                  </a:lnTo>
                  <a:lnTo>
                    <a:pt x="252" y="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" name="稻壳儿春秋广告/盗版必究        原创来源：http://chn.docer.com/works?userid=199329941#!/work_time"/>
            <p:cNvSpPr/>
            <p:nvPr>
              <p:custDataLst>
                <p:tags r:id="rId4"/>
              </p:custDataLst>
            </p:nvPr>
          </p:nvSpPr>
          <p:spPr bwMode="auto">
            <a:xfrm>
              <a:off x="1881188" y="1598613"/>
              <a:ext cx="792163" cy="582613"/>
            </a:xfrm>
            <a:custGeom>
              <a:avLst/>
              <a:gdLst>
                <a:gd name="T0" fmla="*/ 0 w 499"/>
                <a:gd name="T1" fmla="*/ 0 h 367"/>
                <a:gd name="T2" fmla="*/ 252 w 499"/>
                <a:gd name="T3" fmla="*/ 156 h 367"/>
                <a:gd name="T4" fmla="*/ 499 w 499"/>
                <a:gd name="T5" fmla="*/ 0 h 367"/>
                <a:gd name="T6" fmla="*/ 252 w 499"/>
                <a:gd name="T7" fmla="*/ 367 h 367"/>
                <a:gd name="T8" fmla="*/ 0 w 499"/>
                <a:gd name="T9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9" h="367">
                  <a:moveTo>
                    <a:pt x="0" y="0"/>
                  </a:moveTo>
                  <a:lnTo>
                    <a:pt x="252" y="156"/>
                  </a:lnTo>
                  <a:lnTo>
                    <a:pt x="499" y="0"/>
                  </a:lnTo>
                  <a:lnTo>
                    <a:pt x="252" y="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4" name="稻壳儿春秋广告/盗版必究        原创来源：http://chn.docer.com/works?userid=199329941#!/work_time"/>
          <p:cNvSpPr txBox="1"/>
          <p:nvPr>
            <p:custDataLst>
              <p:tags r:id="rId5"/>
            </p:custDataLst>
          </p:nvPr>
        </p:nvSpPr>
        <p:spPr>
          <a:xfrm>
            <a:off x="1309370" y="2927350"/>
            <a:ext cx="2673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en-US" sz="2400" dirty="0">
                <a:solidFill>
                  <a:schemeClr val="accent1"/>
                </a:solidFill>
                <a:latin typeface="+mj-ea"/>
                <a:ea typeface="+mj-ea"/>
                <a:cs typeface="+mn-ea"/>
                <a:sym typeface="+mn-lt"/>
              </a:rPr>
              <a:t>Inline Style CSS</a:t>
            </a:r>
            <a:endParaRPr lang="en-US" altLang="zh-CN" sz="24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稻壳儿春秋广告/盗版必究        原创来源：http://chn.docer.com/works?userid=199329941#!/work_time"/>
          <p:cNvSpPr txBox="1"/>
          <p:nvPr>
            <p:custDataLst>
              <p:tags r:id="rId6"/>
            </p:custDataLst>
          </p:nvPr>
        </p:nvSpPr>
        <p:spPr>
          <a:xfrm>
            <a:off x="973455" y="3175635"/>
            <a:ext cx="40093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Style diberikan di dalam tag html</a:t>
            </a:r>
            <a:endParaRPr lang="zh-CN" altLang="en-US" sz="20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>
            <a:spLocks noChangeAspect="1" noChangeArrowheads="1" noTextEdit="1"/>
          </p:cNvSpPr>
          <p:nvPr>
            <p:custDataLst>
              <p:tags r:id="rId7"/>
            </p:custDataLst>
          </p:nvPr>
        </p:nvSpPr>
        <p:spPr bwMode="auto">
          <a:xfrm>
            <a:off x="9237147" y="1924541"/>
            <a:ext cx="749300" cy="839297"/>
          </a:xfrm>
          <a:prstGeom prst="rect">
            <a:avLst/>
          </a:prstGeom>
          <a:solidFill>
            <a:srgbClr val="0B506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>
            <p:custDataLst>
              <p:tags r:id="rId8"/>
            </p:custDataLst>
          </p:nvPr>
        </p:nvSpPr>
        <p:spPr bwMode="auto">
          <a:xfrm>
            <a:off x="9359503" y="2386686"/>
            <a:ext cx="504589" cy="371111"/>
          </a:xfrm>
          <a:custGeom>
            <a:avLst/>
            <a:gdLst>
              <a:gd name="T0" fmla="*/ 0 w 499"/>
              <a:gd name="T1" fmla="*/ 0 h 367"/>
              <a:gd name="T2" fmla="*/ 252 w 499"/>
              <a:gd name="T3" fmla="*/ 150 h 367"/>
              <a:gd name="T4" fmla="*/ 499 w 499"/>
              <a:gd name="T5" fmla="*/ 0 h 367"/>
              <a:gd name="T6" fmla="*/ 252 w 499"/>
              <a:gd name="T7" fmla="*/ 367 h 367"/>
              <a:gd name="T8" fmla="*/ 0 w 499"/>
              <a:gd name="T9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9" h="367">
                <a:moveTo>
                  <a:pt x="0" y="0"/>
                </a:moveTo>
                <a:lnTo>
                  <a:pt x="252" y="150"/>
                </a:lnTo>
                <a:lnTo>
                  <a:pt x="499" y="0"/>
                </a:lnTo>
                <a:lnTo>
                  <a:pt x="252" y="36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稻壳儿春秋广告/盗版必究        原创来源：http://chn.docer.com/works?userid=199329941#!/work_time"/>
          <p:cNvSpPr/>
          <p:nvPr>
            <p:custDataLst>
              <p:tags r:id="rId9"/>
            </p:custDataLst>
          </p:nvPr>
        </p:nvSpPr>
        <p:spPr bwMode="auto">
          <a:xfrm>
            <a:off x="9359503" y="2021617"/>
            <a:ext cx="504589" cy="371111"/>
          </a:xfrm>
          <a:custGeom>
            <a:avLst/>
            <a:gdLst>
              <a:gd name="T0" fmla="*/ 0 w 499"/>
              <a:gd name="T1" fmla="*/ 0 h 367"/>
              <a:gd name="T2" fmla="*/ 252 w 499"/>
              <a:gd name="T3" fmla="*/ 156 h 367"/>
              <a:gd name="T4" fmla="*/ 499 w 499"/>
              <a:gd name="T5" fmla="*/ 0 h 367"/>
              <a:gd name="T6" fmla="*/ 252 w 499"/>
              <a:gd name="T7" fmla="*/ 367 h 367"/>
              <a:gd name="T8" fmla="*/ 0 w 499"/>
              <a:gd name="T9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9" h="367">
                <a:moveTo>
                  <a:pt x="0" y="0"/>
                </a:moveTo>
                <a:lnTo>
                  <a:pt x="252" y="156"/>
                </a:lnTo>
                <a:lnTo>
                  <a:pt x="499" y="0"/>
                </a:lnTo>
                <a:lnTo>
                  <a:pt x="252" y="36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>
            <p:custDataLst>
              <p:tags r:id="rId10"/>
            </p:custDataLst>
          </p:nvPr>
        </p:nvSpPr>
        <p:spPr>
          <a:xfrm>
            <a:off x="8209280" y="2865755"/>
            <a:ext cx="29140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en-US" sz="2400" dirty="0">
                <a:solidFill>
                  <a:schemeClr val="accent1"/>
                </a:solidFill>
                <a:latin typeface="+mj-ea"/>
                <a:ea typeface="+mj-ea"/>
                <a:cs typeface="+mn-ea"/>
                <a:sym typeface="+mn-lt"/>
              </a:rPr>
              <a:t>Internal Style CSS</a:t>
            </a:r>
            <a:endParaRPr lang="en-US" altLang="en-US" sz="2400" dirty="0">
              <a:solidFill>
                <a:schemeClr val="accent1"/>
              </a:solidFill>
              <a:latin typeface="+mj-ea"/>
              <a:ea typeface="+mj-ea"/>
              <a:cs typeface="+mn-ea"/>
              <a:sym typeface="+mn-lt"/>
            </a:endParaRPr>
          </a:p>
          <a:p>
            <a:pPr lvl="0">
              <a:defRPr/>
            </a:pPr>
            <a:endParaRPr lang="en-US" altLang="zh-CN" sz="24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>
            <p:custDataLst>
              <p:tags r:id="rId11"/>
            </p:custDataLst>
          </p:nvPr>
        </p:nvSpPr>
        <p:spPr>
          <a:xfrm>
            <a:off x="7564755" y="3142615"/>
            <a:ext cx="45085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anrope SemiBold" charset="0"/>
                <a:cs typeface="Arial" panose="020B0604020202020204" pitchFamily="34" charset="0"/>
                <a:sym typeface="+mn-lt"/>
              </a:rPr>
              <a:t>Style diberikan di dalam tag &lt;head&gt;</a:t>
            </a:r>
            <a:endParaRPr lang="zh-CN" altLang="en-US" sz="20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稻壳儿春秋广告/盗版必究        原创来源：http://chn.docer.com/works?userid=199329941#!/work_time"/>
          <p:cNvSpPr>
            <a:spLocks noChangeAspect="1" noChangeArrowheads="1" noTextEdit="1"/>
          </p:cNvSpPr>
          <p:nvPr>
            <p:custDataLst>
              <p:tags r:id="rId12"/>
            </p:custDataLst>
          </p:nvPr>
        </p:nvSpPr>
        <p:spPr bwMode="auto">
          <a:xfrm>
            <a:off x="5721351" y="3387748"/>
            <a:ext cx="749300" cy="839297"/>
          </a:xfrm>
          <a:prstGeom prst="rect">
            <a:avLst/>
          </a:prstGeom>
          <a:solidFill>
            <a:srgbClr val="F6765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稻壳儿春秋广告/盗版必究        原创来源：http://chn.docer.com/works?userid=199329941#!/work_time"/>
          <p:cNvSpPr/>
          <p:nvPr>
            <p:custDataLst>
              <p:tags r:id="rId13"/>
            </p:custDataLst>
          </p:nvPr>
        </p:nvSpPr>
        <p:spPr bwMode="auto">
          <a:xfrm>
            <a:off x="5843707" y="3783128"/>
            <a:ext cx="504589" cy="371111"/>
          </a:xfrm>
          <a:custGeom>
            <a:avLst/>
            <a:gdLst>
              <a:gd name="T0" fmla="*/ 0 w 499"/>
              <a:gd name="T1" fmla="*/ 0 h 367"/>
              <a:gd name="T2" fmla="*/ 252 w 499"/>
              <a:gd name="T3" fmla="*/ 150 h 367"/>
              <a:gd name="T4" fmla="*/ 499 w 499"/>
              <a:gd name="T5" fmla="*/ 0 h 367"/>
              <a:gd name="T6" fmla="*/ 252 w 499"/>
              <a:gd name="T7" fmla="*/ 367 h 367"/>
              <a:gd name="T8" fmla="*/ 0 w 499"/>
              <a:gd name="T9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9" h="367">
                <a:moveTo>
                  <a:pt x="0" y="0"/>
                </a:moveTo>
                <a:lnTo>
                  <a:pt x="252" y="150"/>
                </a:lnTo>
                <a:lnTo>
                  <a:pt x="499" y="0"/>
                </a:lnTo>
                <a:lnTo>
                  <a:pt x="252" y="36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稻壳儿春秋广告/盗版必究        原创来源：http://chn.docer.com/works?userid=199329941#!/work_time"/>
          <p:cNvSpPr/>
          <p:nvPr>
            <p:custDataLst>
              <p:tags r:id="rId14"/>
            </p:custDataLst>
          </p:nvPr>
        </p:nvSpPr>
        <p:spPr bwMode="auto">
          <a:xfrm>
            <a:off x="5843707" y="3484823"/>
            <a:ext cx="504589" cy="371111"/>
          </a:xfrm>
          <a:custGeom>
            <a:avLst/>
            <a:gdLst>
              <a:gd name="T0" fmla="*/ 0 w 499"/>
              <a:gd name="T1" fmla="*/ 0 h 367"/>
              <a:gd name="T2" fmla="*/ 252 w 499"/>
              <a:gd name="T3" fmla="*/ 156 h 367"/>
              <a:gd name="T4" fmla="*/ 499 w 499"/>
              <a:gd name="T5" fmla="*/ 0 h 367"/>
              <a:gd name="T6" fmla="*/ 252 w 499"/>
              <a:gd name="T7" fmla="*/ 367 h 367"/>
              <a:gd name="T8" fmla="*/ 0 w 499"/>
              <a:gd name="T9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9" h="367">
                <a:moveTo>
                  <a:pt x="0" y="0"/>
                </a:moveTo>
                <a:lnTo>
                  <a:pt x="252" y="156"/>
                </a:lnTo>
                <a:lnTo>
                  <a:pt x="499" y="0"/>
                </a:lnTo>
                <a:lnTo>
                  <a:pt x="252" y="36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稻壳儿春秋广告/盗版必究        原创来源：http://chn.docer.com/works?userid=199329941#!/work_time"/>
          <p:cNvSpPr txBox="1"/>
          <p:nvPr>
            <p:custDataLst>
              <p:tags r:id="rId15"/>
            </p:custDataLst>
          </p:nvPr>
        </p:nvSpPr>
        <p:spPr>
          <a:xfrm>
            <a:off x="4627245" y="4391025"/>
            <a:ext cx="2937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en-US" sz="2400" dirty="0">
                <a:solidFill>
                  <a:schemeClr val="accent1"/>
                </a:solidFill>
                <a:latin typeface="+mj-ea"/>
                <a:ea typeface="+mj-ea"/>
                <a:cs typeface="+mn-ea"/>
                <a:sym typeface="+mn-lt"/>
              </a:rPr>
              <a:t>External Style CSS</a:t>
            </a:r>
            <a:endParaRPr lang="en-US" altLang="zh-CN" sz="24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稻壳儿春秋广告/盗版必究        原创来源：http://chn.docer.com/works?userid=199329941#!/work_time"/>
          <p:cNvSpPr txBox="1"/>
          <p:nvPr>
            <p:custDataLst>
              <p:tags r:id="rId16"/>
            </p:custDataLst>
          </p:nvPr>
        </p:nvSpPr>
        <p:spPr>
          <a:xfrm>
            <a:off x="3016885" y="4617720"/>
            <a:ext cx="62204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anrope SemiBold" charset="0"/>
                <a:cs typeface="Arial" panose="020B0604020202020204" pitchFamily="34" charset="0"/>
                <a:sym typeface="+mn-lt"/>
              </a:rPr>
              <a:t>Style diberikan pada file terpisah dengan ext .css</a:t>
            </a:r>
            <a:endParaRPr lang="zh-CN" altLang="en-US" sz="2000" dirty="0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6405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Inline style </a:t>
            </a:r>
            <a:r>
              <a:rPr lang="en-US" dirty="0" err="1">
                <a:sym typeface="+mn-ea"/>
              </a:rPr>
              <a:t>css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sym typeface="+mn-ea"/>
              </a:rPr>
              <a:t>&lt;h1 </a:t>
            </a:r>
            <a:r>
              <a:rPr lang="en-US" dirty="0">
                <a:solidFill>
                  <a:srgbClr val="FF0000"/>
                </a:solidFill>
                <a:sym typeface="+mn-ea"/>
              </a:rPr>
              <a:t>style="color:blue;margin-left:30px;"</a:t>
            </a:r>
            <a:r>
              <a:rPr lang="en-US" dirty="0">
                <a:solidFill>
                  <a:srgbClr val="0070C0"/>
                </a:solidFill>
                <a:sym typeface="+mn-ea"/>
              </a:rPr>
              <a:t>&gt;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+mn-ea"/>
              </a:rPr>
              <a:t>          This is a heading.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sym typeface="+mn-ea"/>
              </a:rPr>
              <a:t>&lt;/h1&gt;</a:t>
            </a:r>
            <a:endParaRPr lang="en-ID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D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67310"/>
            <a:ext cx="1530350" cy="523240"/>
          </a:xfrm>
          <a:prstGeom prst="rect">
            <a:avLst/>
          </a:prstGeom>
        </p:spPr>
      </p:pic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Internal </a:t>
            </a:r>
            <a:r>
              <a:rPr lang="en-US" dirty="0" err="1">
                <a:sym typeface="+mn-ea"/>
              </a:rPr>
              <a:t>css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sym typeface="+mn-ea"/>
              </a:rPr>
              <a:t>&lt;head&gt;</a:t>
            </a:r>
            <a:br>
              <a:rPr lang="en-US" dirty="0">
                <a:solidFill>
                  <a:srgbClr val="0070C0"/>
                </a:solidFill>
                <a:sym typeface="+mn-ea"/>
              </a:rPr>
            </a:br>
            <a:r>
              <a:rPr lang="en-US" dirty="0">
                <a:sym typeface="+mn-ea"/>
              </a:rPr>
              <a:t>	&lt;style&gt;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		body {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   			 background-color: linen;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		          }</a:t>
            </a:r>
            <a:br>
              <a:rPr lang="en-US" dirty="0">
                <a:sym typeface="+mn-ea"/>
              </a:rPr>
            </a:b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		h1 {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    			color: maroon;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    			margin-left: 40px;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		      } 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	&lt;/style&gt;</a:t>
            </a:r>
            <a:br>
              <a:rPr lang="en-US" dirty="0">
                <a:sym typeface="+mn-ea"/>
              </a:rPr>
            </a:br>
            <a:r>
              <a:rPr lang="en-US" dirty="0">
                <a:solidFill>
                  <a:srgbClr val="0070C0"/>
                </a:solidFill>
                <a:sym typeface="+mn-ea"/>
              </a:rPr>
              <a:t>&lt;/head&gt;</a:t>
            </a:r>
            <a:endParaRPr lang="en-ID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D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635" y="6350"/>
            <a:ext cx="1530350" cy="523240"/>
          </a:xfrm>
          <a:prstGeom prst="rect">
            <a:avLst/>
          </a:prstGeom>
        </p:spPr>
      </p:pic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6565"/>
            <a:ext cx="10515600" cy="1325563"/>
          </a:xfrm>
        </p:spPr>
        <p:txBody>
          <a:bodyPr/>
          <a:lstStyle/>
          <a:p>
            <a:r>
              <a:rPr lang="en-US" dirty="0" err="1">
                <a:sym typeface="+mn-ea"/>
              </a:rPr>
              <a:t>Eksternal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Css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825625"/>
            <a:ext cx="11468735" cy="1603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sym typeface="+mn-ea"/>
              </a:rPr>
              <a:t>&lt;head&gt;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	&lt;link </a:t>
            </a:r>
            <a:r>
              <a:rPr lang="en-US" dirty="0" err="1">
                <a:sym typeface="+mn-ea"/>
              </a:rPr>
              <a:t>rel</a:t>
            </a:r>
            <a:r>
              <a:rPr lang="en-US" dirty="0">
                <a:sym typeface="+mn-ea"/>
              </a:rPr>
              <a:t>="stylesheet" type="text/</a:t>
            </a:r>
            <a:r>
              <a:rPr lang="en-US" dirty="0" err="1">
                <a:sym typeface="+mn-ea"/>
              </a:rPr>
              <a:t>css</a:t>
            </a:r>
            <a:r>
              <a:rPr lang="en-US" dirty="0">
                <a:sym typeface="+mn-ea"/>
              </a:rPr>
              <a:t>" </a:t>
            </a:r>
            <a:r>
              <a:rPr lang="en-US" dirty="0" err="1">
                <a:solidFill>
                  <a:srgbClr val="FF0000"/>
                </a:solidFill>
                <a:sym typeface="+mn-ea"/>
              </a:rPr>
              <a:t>href</a:t>
            </a:r>
            <a:r>
              <a:rPr lang="en-US" dirty="0">
                <a:solidFill>
                  <a:srgbClr val="FF0000"/>
                </a:solidFill>
                <a:sym typeface="+mn-ea"/>
              </a:rPr>
              <a:t>="style.css"</a:t>
            </a:r>
            <a:r>
              <a:rPr lang="en-US" dirty="0">
                <a:sym typeface="+mn-ea"/>
              </a:rPr>
              <a:t>&gt;</a:t>
            </a:r>
            <a:br>
              <a:rPr lang="en-US" dirty="0">
                <a:sym typeface="+mn-ea"/>
              </a:rPr>
            </a:br>
            <a:r>
              <a:rPr lang="en-US" dirty="0">
                <a:solidFill>
                  <a:srgbClr val="0070C0"/>
                </a:solidFill>
                <a:sym typeface="+mn-ea"/>
              </a:rPr>
              <a:t>&lt;/head&gt;</a:t>
            </a:r>
            <a:endParaRPr lang="en-ID" dirty="0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085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colors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Valid color</a:t>
            </a:r>
            <a:r>
              <a:rPr lang="en-US" dirty="0">
                <a:sym typeface="+mn-ea"/>
              </a:rPr>
              <a:t>: red, green, blue, black, </a:t>
            </a:r>
            <a:r>
              <a:rPr lang="en-US" dirty="0" err="1">
                <a:sym typeface="+mn-ea"/>
              </a:rPr>
              <a:t>etc</a:t>
            </a:r>
            <a:endParaRPr lang="en-US" dirty="0" err="1">
              <a:sym typeface="+mn-ea"/>
            </a:endParaRPr>
          </a:p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RGB value</a:t>
            </a:r>
            <a:r>
              <a:rPr lang="en-US" dirty="0">
                <a:sym typeface="+mn-ea"/>
              </a:rPr>
              <a:t>: </a:t>
            </a:r>
            <a:r>
              <a:rPr lang="en-ID" dirty="0">
                <a:sym typeface="+mn-ea"/>
              </a:rPr>
              <a:t>"</a:t>
            </a:r>
            <a:r>
              <a:rPr lang="en-ID" dirty="0" err="1">
                <a:sym typeface="+mn-ea"/>
              </a:rPr>
              <a:t>rgb</a:t>
            </a:r>
            <a:r>
              <a:rPr lang="en-ID" dirty="0">
                <a:sym typeface="+mn-ea"/>
              </a:rPr>
              <a:t>(255, 0, 0)“</a:t>
            </a:r>
            <a:endParaRPr lang="en-ID" dirty="0">
              <a:sym typeface="+mn-ea"/>
            </a:endParaRPr>
          </a:p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Hexadecimal</a:t>
            </a:r>
            <a:r>
              <a:rPr lang="en-US" dirty="0">
                <a:sym typeface="+mn-ea"/>
              </a:rPr>
              <a:t>:  "#ff0000"</a:t>
            </a:r>
            <a:endParaRPr lang="en-US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US" altLang="en-ID" dirty="0"/>
              <a:t>Referensi :</a:t>
            </a:r>
            <a:endParaRPr lang="en-ID" dirty="0"/>
          </a:p>
          <a:p>
            <a:pPr marL="0" indent="0">
              <a:buNone/>
            </a:pPr>
            <a:r>
              <a:rPr lang="en-US" altLang="en-US" i="1">
                <a:solidFill>
                  <a:srgbClr val="0070C0"/>
                </a:solidFill>
              </a:rPr>
              <a:t>https://www.w3schools.com/colors/colors_picker.asp</a:t>
            </a:r>
            <a:endParaRPr lang="en-US" altLang="en-US" i="1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5002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FONT STYLING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03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6405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Font styling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font-family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jenis</a:t>
            </a:r>
            <a:r>
              <a:rPr lang="en-US" dirty="0">
                <a:sym typeface="+mn-ea"/>
              </a:rPr>
              <a:t> font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font-size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ukuran</a:t>
            </a:r>
            <a:r>
              <a:rPr lang="en-US" dirty="0">
                <a:sym typeface="+mn-ea"/>
              </a:rPr>
              <a:t> font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font-weight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ketebalan</a:t>
            </a:r>
            <a:r>
              <a:rPr lang="en-US" dirty="0">
                <a:sym typeface="+mn-ea"/>
              </a:rPr>
              <a:t> font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font-variant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mengubah</a:t>
            </a:r>
            <a:r>
              <a:rPr lang="en-US" dirty="0">
                <a:sym typeface="+mn-ea"/>
              </a:rPr>
              <a:t> font </a:t>
            </a:r>
            <a:r>
              <a:rPr lang="en-US" dirty="0" err="1">
                <a:sym typeface="+mn-ea"/>
              </a:rPr>
              <a:t>menjadi</a:t>
            </a:r>
            <a:r>
              <a:rPr lang="en-US" dirty="0">
                <a:sym typeface="+mn-ea"/>
              </a:rPr>
              <a:t> small caps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font-style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mengubah</a:t>
            </a:r>
            <a:r>
              <a:rPr lang="en-US" dirty="0">
                <a:sym typeface="+mn-ea"/>
              </a:rPr>
              <a:t> font </a:t>
            </a:r>
            <a:r>
              <a:rPr lang="en-US" dirty="0" err="1">
                <a:sym typeface="+mn-ea"/>
              </a:rPr>
              <a:t>menjadi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dicetak</a:t>
            </a:r>
            <a:r>
              <a:rPr lang="en-US" dirty="0">
                <a:sym typeface="+mn-ea"/>
              </a:rPr>
              <a:t> miring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line-height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spasi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antar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baris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505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5002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TEXT STYLING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04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6405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Text styling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color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untuk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memberikan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warna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text-align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format paragraph/</a:t>
            </a:r>
            <a:r>
              <a:rPr lang="en-US" dirty="0" err="1">
                <a:sym typeface="+mn-ea"/>
              </a:rPr>
              <a:t>teks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text-indent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memberikan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indentasi</a:t>
            </a:r>
            <a:r>
              <a:rPr lang="en-US" dirty="0">
                <a:sym typeface="+mn-ea"/>
              </a:rPr>
              <a:t>  </a:t>
            </a:r>
            <a:r>
              <a:rPr lang="en-US" dirty="0" err="1">
                <a:sym typeface="+mn-ea"/>
              </a:rPr>
              <a:t>pada</a:t>
            </a:r>
            <a:r>
              <a:rPr lang="en-US" dirty="0">
                <a:sym typeface="+mn-ea"/>
              </a:rPr>
              <a:t> paragraph/</a:t>
            </a:r>
            <a:r>
              <a:rPr lang="en-US" dirty="0" err="1">
                <a:sym typeface="+mn-ea"/>
              </a:rPr>
              <a:t>teks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text-decoration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dekorasi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pada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teks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text-transform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mengubah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jenis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huruf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menjadi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huruf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besar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kecil</a:t>
            </a:r>
            <a:r>
              <a:rPr lang="en-US" dirty="0">
                <a:sym typeface="+mn-ea"/>
              </a:rPr>
              <a:t>/</a:t>
            </a:r>
            <a:r>
              <a:rPr lang="en-US" dirty="0" err="1">
                <a:sym typeface="+mn-ea"/>
              </a:rPr>
              <a:t>kapital</a:t>
            </a:r>
            <a:endParaRPr lang="en-US" dirty="0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635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5002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BACKGROUND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05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5925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backgrounds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655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background-color</a:t>
            </a:r>
            <a:r>
              <a:rPr lang="en-US" dirty="0">
                <a:sym typeface="+mn-ea"/>
              </a:rPr>
              <a:t> 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warna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pada</a:t>
            </a:r>
            <a:r>
              <a:rPr lang="en-US" dirty="0">
                <a:sym typeface="+mn-ea"/>
              </a:rPr>
              <a:t> background</a:t>
            </a:r>
            <a:endParaRPr lang="en-US" dirty="0"/>
          </a:p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background-image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gambar</a:t>
            </a:r>
            <a:r>
              <a:rPr lang="en-US" dirty="0">
                <a:sym typeface="+mn-ea"/>
              </a:rPr>
              <a:t> yang </a:t>
            </a:r>
            <a:r>
              <a:rPr lang="en-US" dirty="0" err="1">
                <a:sym typeface="+mn-ea"/>
              </a:rPr>
              <a:t>akan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digunakan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pada</a:t>
            </a:r>
            <a:r>
              <a:rPr lang="en-US" dirty="0">
                <a:sym typeface="+mn-ea"/>
              </a:rPr>
              <a:t> background</a:t>
            </a:r>
            <a:endParaRPr lang="en-US" dirty="0"/>
          </a:p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background-repeat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posisi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gambar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pada</a:t>
            </a:r>
            <a:r>
              <a:rPr lang="en-US" dirty="0">
                <a:sym typeface="+mn-ea"/>
              </a:rPr>
              <a:t> background</a:t>
            </a:r>
            <a:endParaRPr lang="en-US" dirty="0"/>
          </a:p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background-position</a:t>
            </a:r>
            <a:r>
              <a:rPr lang="en-US" dirty="0">
                <a:sym typeface="+mn-ea"/>
              </a:rPr>
              <a:t>: </a:t>
            </a:r>
            <a:r>
              <a:rPr lang="en-US" dirty="0" err="1">
                <a:sym typeface="+mn-ea"/>
              </a:rPr>
              <a:t>mengatur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jenis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pengulangan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gambar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pada</a:t>
            </a:r>
            <a:r>
              <a:rPr lang="en-US" dirty="0">
                <a:sym typeface="+mn-ea"/>
              </a:rPr>
              <a:t> background</a:t>
            </a:r>
            <a:endParaRPr lang="en-US" dirty="0"/>
          </a:p>
          <a:p>
            <a:endParaRPr lang="en-ID" dirty="0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74295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5002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PSEUDO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06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7045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Pseudo Class &amp; Pseudo element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ym typeface="+mn-ea"/>
              </a:rPr>
              <a:t>Pseudo Class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+mn-ea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sym typeface="+mn-ea"/>
              </a:rPr>
              <a:t>“</a:t>
            </a:r>
            <a:r>
              <a:rPr lang="en-US" b="1" dirty="0" err="1">
                <a:solidFill>
                  <a:schemeClr val="accent1"/>
                </a:solidFill>
                <a:sym typeface="+mn-ea"/>
              </a:rPr>
              <a:t>kelas</a:t>
            </a:r>
            <a:r>
              <a:rPr lang="en-US" b="1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b="1" dirty="0" err="1">
                <a:solidFill>
                  <a:schemeClr val="accent1"/>
                </a:solidFill>
                <a:sym typeface="+mn-ea"/>
              </a:rPr>
              <a:t>semu</a:t>
            </a:r>
            <a:r>
              <a:rPr lang="en-US" b="1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yang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dimiliki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oleh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sebuah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elemen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HTML yang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membuat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kita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dapat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mendefinisikan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style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pada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keadaan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tertentu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dari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elemen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tersebut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”</a:t>
            </a:r>
            <a:endParaRPr lang="en-US" dirty="0">
              <a:solidFill>
                <a:schemeClr val="accent1"/>
              </a:solidFill>
            </a:endParaRPr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107950"/>
            <a:ext cx="1530350" cy="523240"/>
          </a:xfrm>
          <a:prstGeom prst="rect">
            <a:avLst/>
          </a:prstGeom>
        </p:spPr>
      </p:pic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897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Pseudo class yang </a:t>
            </a:r>
            <a:r>
              <a:rPr lang="en-US" dirty="0" err="1">
                <a:sym typeface="+mn-ea"/>
              </a:rPr>
              <a:t>berhubungan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dengan</a:t>
            </a:r>
            <a:r>
              <a:rPr lang="en-US" dirty="0">
                <a:sym typeface="+mn-ea"/>
              </a:rPr>
              <a:t> link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953529" y="2093976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: link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: hover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: active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: visited </a:t>
            </a:r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2156178" y="2201333"/>
            <a:ext cx="756356" cy="214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4"/>
          <p:cNvSpPr txBox="1"/>
          <p:nvPr/>
        </p:nvSpPr>
        <p:spPr>
          <a:xfrm>
            <a:off x="3093156" y="2121408"/>
            <a:ext cx="5779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Style default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link (a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2156178" y="2616198"/>
            <a:ext cx="756356" cy="214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6"/>
          <p:cNvSpPr txBox="1"/>
          <p:nvPr/>
        </p:nvSpPr>
        <p:spPr>
          <a:xfrm>
            <a:off x="3093156" y="2538776"/>
            <a:ext cx="6369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Style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kursor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link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elemen</a:t>
            </a:r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2156178" y="3031064"/>
            <a:ext cx="756356" cy="214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8"/>
          <p:cNvSpPr txBox="1"/>
          <p:nvPr/>
        </p:nvSpPr>
        <p:spPr>
          <a:xfrm>
            <a:off x="3093155" y="2953642"/>
            <a:ext cx="572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Style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link di-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keadaan</a:t>
            </a:r>
            <a:r>
              <a:rPr lang="en-US" dirty="0"/>
              <a:t> </a:t>
            </a:r>
            <a:r>
              <a:rPr lang="en-US" dirty="0" err="1"/>
              <a:t>aktif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2156178" y="3449971"/>
            <a:ext cx="756356" cy="214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0"/>
          <p:cNvSpPr txBox="1"/>
          <p:nvPr/>
        </p:nvSpPr>
        <p:spPr>
          <a:xfrm>
            <a:off x="3093155" y="3372549"/>
            <a:ext cx="6826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Style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link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dikunjungi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dengan</a:t>
            </a:r>
            <a:r>
              <a:rPr lang="en-US" dirty="0"/>
              <a:t> browser yang </a:t>
            </a:r>
            <a:r>
              <a:rPr lang="en-US" dirty="0" err="1"/>
              <a:t>sama</a:t>
            </a:r>
            <a:r>
              <a:rPr lang="en-US" dirty="0"/>
              <a:t>)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86360"/>
            <a:ext cx="1530350" cy="523240"/>
          </a:xfrm>
          <a:prstGeom prst="rect">
            <a:avLst/>
          </a:prstGeom>
        </p:spPr>
      </p:pic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4665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Pseudo element</a:t>
            </a:r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/>
        </p:nvSpPr>
        <p:spPr>
          <a:xfrm>
            <a:off x="953529" y="2093976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: first-child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: last-child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: nth-child(n)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2714977" y="2180164"/>
            <a:ext cx="756356" cy="214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4"/>
          <p:cNvSpPr txBox="1"/>
          <p:nvPr/>
        </p:nvSpPr>
        <p:spPr>
          <a:xfrm>
            <a:off x="3616631" y="2093976"/>
            <a:ext cx="784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 </a:t>
            </a:r>
            <a:r>
              <a:rPr lang="en-US" dirty="0" err="1"/>
              <a:t>sebuah</a:t>
            </a:r>
            <a:r>
              <a:rPr lang="en-US" dirty="0"/>
              <a:t> parent (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pembungkusnya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2703697" y="2615732"/>
            <a:ext cx="756356" cy="214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6"/>
          <p:cNvSpPr txBox="1"/>
          <p:nvPr/>
        </p:nvSpPr>
        <p:spPr>
          <a:xfrm>
            <a:off x="3616631" y="2508078"/>
            <a:ext cx="7551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Memlih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parent (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pembungkusny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2714977" y="3039830"/>
            <a:ext cx="756356" cy="214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8"/>
          <p:cNvSpPr txBox="1"/>
          <p:nvPr/>
        </p:nvSpPr>
        <p:spPr>
          <a:xfrm>
            <a:off x="3616631" y="2958447"/>
            <a:ext cx="76725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-n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parent (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pembungkusnya</a:t>
            </a:r>
            <a:r>
              <a:rPr lang="en-US" dirty="0"/>
              <a:t>)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(1), (2),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(2n), (3n+2),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genap</a:t>
            </a:r>
            <a:r>
              <a:rPr lang="en-US" dirty="0"/>
              <a:t> (even), </a:t>
            </a:r>
            <a:endParaRPr lang="en-US" dirty="0"/>
          </a:p>
          <a:p>
            <a:r>
              <a:rPr lang="en-US" dirty="0" err="1"/>
              <a:t>ganjil</a:t>
            </a:r>
            <a:r>
              <a:rPr lang="en-US" dirty="0"/>
              <a:t> (odd)</a:t>
            </a:r>
            <a:endParaRPr lang="en-US" dirty="0"/>
          </a:p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107950"/>
            <a:ext cx="1530350" cy="523240"/>
          </a:xfrm>
          <a:prstGeom prst="rect">
            <a:avLst/>
          </a:prstGeom>
        </p:spPr>
      </p:pic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5002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BOX MODEL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07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9895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CSS box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>
                <a:sym typeface="+mn-ea"/>
              </a:rPr>
              <a:t>Semua</a:t>
            </a:r>
            <a:r>
              <a:rPr lang="en-ID" dirty="0">
                <a:sym typeface="+mn-ea"/>
              </a:rPr>
              <a:t> HTML element </a:t>
            </a:r>
            <a:r>
              <a:rPr lang="en-ID" dirty="0" err="1">
                <a:sym typeface="+mn-ea"/>
              </a:rPr>
              <a:t>itu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dianggap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sebagai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sebuah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kotak</a:t>
            </a:r>
            <a:r>
              <a:rPr lang="en-ID" dirty="0">
                <a:sym typeface="+mn-ea"/>
              </a:rPr>
              <a:t> (</a:t>
            </a:r>
            <a:r>
              <a:rPr lang="en-ID" i="1" dirty="0">
                <a:sym typeface="+mn-ea"/>
              </a:rPr>
              <a:t>box</a:t>
            </a:r>
            <a:r>
              <a:rPr lang="en-ID" dirty="0">
                <a:sym typeface="+mn-ea"/>
              </a:rPr>
              <a:t>)</a:t>
            </a:r>
            <a:endParaRPr lang="en-ID" dirty="0"/>
          </a:p>
          <a:p>
            <a:pPr marL="0" indent="0">
              <a:buNone/>
            </a:pPr>
            <a:endParaRPr lang="en-ID" dirty="0"/>
          </a:p>
          <a:p>
            <a:r>
              <a:rPr lang="en-ID" dirty="0">
                <a:sym typeface="+mn-ea"/>
              </a:rPr>
              <a:t>Box model </a:t>
            </a:r>
            <a:r>
              <a:rPr lang="en-ID" dirty="0" err="1">
                <a:sym typeface="+mn-ea"/>
              </a:rPr>
              <a:t>sendiri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bisa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dianggap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sebagai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kotak</a:t>
            </a:r>
            <a:r>
              <a:rPr lang="en-ID" dirty="0">
                <a:sym typeface="+mn-ea"/>
              </a:rPr>
              <a:t> yang </a:t>
            </a:r>
            <a:r>
              <a:rPr lang="en-ID" dirty="0" err="1">
                <a:sym typeface="+mn-ea"/>
              </a:rPr>
              <a:t>membungkus</a:t>
            </a:r>
            <a:r>
              <a:rPr lang="en-ID" dirty="0">
                <a:sym typeface="+mn-ea"/>
              </a:rPr>
              <a:t> </a:t>
            </a:r>
            <a:r>
              <a:rPr lang="en-ID" dirty="0" err="1">
                <a:sym typeface="+mn-ea"/>
              </a:rPr>
              <a:t>setiap</a:t>
            </a:r>
            <a:r>
              <a:rPr lang="en-ID" dirty="0">
                <a:sym typeface="+mn-ea"/>
              </a:rPr>
              <a:t> HTML element.</a:t>
            </a:r>
            <a:endParaRPr lang="en-ID" dirty="0"/>
          </a:p>
          <a:p>
            <a:endParaRPr lang="en-US" dirty="0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97790"/>
            <a:ext cx="1530350" cy="523240"/>
          </a:xfrm>
          <a:prstGeom prst="rect">
            <a:avLst/>
          </a:prstGeom>
        </p:spPr>
      </p:pic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CSS box model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951103" y="1775968"/>
            <a:ext cx="4292374" cy="40507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2600" dirty="0">
                <a:solidFill>
                  <a:schemeClr val="accent1"/>
                </a:solidFill>
              </a:rPr>
              <a:t>Box model </a:t>
            </a:r>
            <a:r>
              <a:rPr lang="en-ID" sz="2600" dirty="0" err="1">
                <a:solidFill>
                  <a:schemeClr val="accent1"/>
                </a:solidFill>
              </a:rPr>
              <a:t>terdiri</a:t>
            </a:r>
            <a:r>
              <a:rPr lang="en-ID" sz="2600" dirty="0">
                <a:solidFill>
                  <a:schemeClr val="accent1"/>
                </a:solidFill>
              </a:rPr>
              <a:t> </a:t>
            </a:r>
            <a:r>
              <a:rPr lang="en-ID" sz="2600" dirty="0" err="1">
                <a:solidFill>
                  <a:schemeClr val="accent1"/>
                </a:solidFill>
              </a:rPr>
              <a:t>dari</a:t>
            </a:r>
            <a:r>
              <a:rPr lang="en-ID" sz="2600" dirty="0">
                <a:solidFill>
                  <a:schemeClr val="accent1"/>
                </a:solidFill>
              </a:rPr>
              <a:t>:</a:t>
            </a:r>
            <a:endParaRPr lang="en-ID" sz="2600" dirty="0">
              <a:solidFill>
                <a:schemeClr val="accent1"/>
              </a:solidFill>
            </a:endParaRPr>
          </a:p>
          <a:p>
            <a:r>
              <a:rPr lang="en-ID" sz="2200" dirty="0">
                <a:solidFill>
                  <a:schemeClr val="accent1"/>
                </a:solidFill>
              </a:rPr>
              <a:t>margin</a:t>
            </a:r>
            <a:r>
              <a:rPr lang="en-ID" dirty="0"/>
              <a:t> </a:t>
            </a:r>
            <a:r>
              <a:rPr lang="en-ID" dirty="0" err="1"/>
              <a:t>yaitu</a:t>
            </a:r>
            <a:r>
              <a:rPr lang="en-ID" dirty="0"/>
              <a:t> area </a:t>
            </a:r>
            <a:r>
              <a:rPr lang="en-ID" dirty="0" err="1"/>
              <a:t>terluar</a:t>
            </a:r>
            <a:r>
              <a:rPr lang="en-ID" dirty="0"/>
              <a:t> yang </a:t>
            </a:r>
            <a:r>
              <a:rPr lang="en-ID" dirty="0" err="1"/>
              <a:t>kosong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border. Margin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transparan</a:t>
            </a:r>
            <a:r>
              <a:rPr lang="en-ID" dirty="0"/>
              <a:t>.</a:t>
            </a:r>
            <a:endParaRPr lang="en-ID" dirty="0"/>
          </a:p>
          <a:p>
            <a:r>
              <a:rPr lang="en-ID" sz="2200" dirty="0">
                <a:solidFill>
                  <a:schemeClr val="accent1"/>
                </a:solidFill>
              </a:rPr>
              <a:t>border</a:t>
            </a:r>
            <a:r>
              <a:rPr lang="en-ID" dirty="0"/>
              <a:t> 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garis</a:t>
            </a:r>
            <a:r>
              <a:rPr lang="en-ID" dirty="0"/>
              <a:t> </a:t>
            </a:r>
            <a:r>
              <a:rPr lang="en-ID" dirty="0" err="1"/>
              <a:t>tepi</a:t>
            </a:r>
            <a:r>
              <a:rPr lang="en-ID" dirty="0"/>
              <a:t> yang </a:t>
            </a:r>
            <a:r>
              <a:rPr lang="en-ID" dirty="0" err="1"/>
              <a:t>membungkus</a:t>
            </a:r>
            <a:r>
              <a:rPr lang="en-ID" dirty="0"/>
              <a:t> padding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.</a:t>
            </a:r>
            <a:endParaRPr lang="en-ID" dirty="0"/>
          </a:p>
          <a:p>
            <a:r>
              <a:rPr lang="en-ID" sz="2200" dirty="0">
                <a:solidFill>
                  <a:schemeClr val="accent1"/>
                </a:solidFill>
              </a:rPr>
              <a:t>padding</a:t>
            </a:r>
            <a:r>
              <a:rPr lang="en-ID" dirty="0"/>
              <a:t> </a:t>
            </a:r>
            <a:r>
              <a:rPr lang="en-ID" dirty="0" err="1"/>
              <a:t>yaitu</a:t>
            </a:r>
            <a:r>
              <a:rPr lang="en-ID" dirty="0"/>
              <a:t> area </a:t>
            </a:r>
            <a:r>
              <a:rPr lang="en-ID" dirty="0" err="1"/>
              <a:t>kosong</a:t>
            </a:r>
            <a:r>
              <a:rPr lang="en-ID" dirty="0"/>
              <a:t> di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border. Padding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transparan</a:t>
            </a:r>
            <a:r>
              <a:rPr lang="en-ID" dirty="0"/>
              <a:t>.</a:t>
            </a:r>
            <a:endParaRPr lang="en-ID" dirty="0"/>
          </a:p>
          <a:p>
            <a:r>
              <a:rPr lang="en-ID" sz="2200" dirty="0">
                <a:solidFill>
                  <a:schemeClr val="accent1"/>
                </a:solidFill>
              </a:rPr>
              <a:t>content </a:t>
            </a:r>
            <a:r>
              <a:rPr lang="en-ID" sz="2200" dirty="0" err="1">
                <a:solidFill>
                  <a:schemeClr val="accent1"/>
                </a:solidFill>
              </a:rPr>
              <a:t>yaitu</a:t>
            </a:r>
            <a:r>
              <a:rPr lang="en-ID" sz="2200" dirty="0">
                <a:solidFill>
                  <a:schemeClr val="accent1"/>
                </a:solidFill>
              </a:rPr>
              <a:t> </a:t>
            </a:r>
            <a:r>
              <a:rPr lang="en-ID" sz="2200" dirty="0" err="1">
                <a:solidFill>
                  <a:schemeClr val="accent1"/>
                </a:solidFill>
              </a:rPr>
              <a:t>konten</a:t>
            </a:r>
            <a:r>
              <a:rPr lang="en-ID" sz="2200" dirty="0">
                <a:solidFill>
                  <a:schemeClr val="accent1"/>
                </a:solidFill>
              </a:rPr>
              <a:t> </a:t>
            </a:r>
            <a:r>
              <a:rPr lang="en-ID" dirty="0"/>
              <a:t>(value/</a:t>
            </a:r>
            <a:r>
              <a:rPr lang="en-ID" dirty="0" err="1"/>
              <a:t>nilai</a:t>
            </a:r>
            <a:r>
              <a:rPr lang="en-ID" dirty="0"/>
              <a:t>) </a:t>
            </a:r>
            <a:r>
              <a:rPr lang="en-ID" dirty="0" err="1"/>
              <a:t>dari</a:t>
            </a:r>
            <a:r>
              <a:rPr lang="en-ID" dirty="0"/>
              <a:t> HTML element.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, </a:t>
            </a:r>
            <a:r>
              <a:rPr lang="en-ID" dirty="0" err="1"/>
              <a:t>gambar</a:t>
            </a:r>
            <a:r>
              <a:rPr lang="en-ID" dirty="0"/>
              <a:t>, video, </a:t>
            </a:r>
            <a:r>
              <a:rPr lang="en-ID" dirty="0" err="1"/>
              <a:t>ataupun</a:t>
            </a:r>
            <a:r>
              <a:rPr lang="en-ID" dirty="0"/>
              <a:t> </a:t>
            </a:r>
            <a:r>
              <a:rPr lang="en-ID" dirty="0" err="1"/>
              <a:t>suara</a:t>
            </a:r>
            <a:r>
              <a:rPr lang="en-ID" dirty="0"/>
              <a:t>.</a:t>
            </a:r>
            <a:endParaRPr lang="en-ID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635" y="85090"/>
            <a:ext cx="1530350" cy="5232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865" y="1776095"/>
            <a:ext cx="5405120" cy="4029710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7531735" y="3669030"/>
            <a:ext cx="1797685" cy="361950"/>
          </a:xfrm>
          <a:prstGeom prst="rect">
            <a:avLst/>
          </a:prstGeom>
          <a:solidFill>
            <a:srgbClr val="8CB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content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7845"/>
            <a:ext cx="10515600" cy="1325563"/>
          </a:xfrm>
        </p:spPr>
        <p:txBody>
          <a:bodyPr/>
          <a:lstStyle/>
          <a:p>
            <a:r>
              <a:rPr lang="en-US" dirty="0">
                <a:sym typeface="+mn-ea"/>
              </a:rPr>
              <a:t>Box-sizing: border-box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padding </a:t>
            </a:r>
            <a:r>
              <a:rPr lang="en-US" dirty="0" err="1">
                <a:sym typeface="+mn-ea"/>
              </a:rPr>
              <a:t>dapat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menambah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ukuran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elemen</a:t>
            </a:r>
            <a:r>
              <a:rPr lang="en-US" dirty="0">
                <a:sym typeface="+mn-ea"/>
              </a:rPr>
              <a:t>(</a:t>
            </a:r>
            <a:r>
              <a:rPr lang="en-US" dirty="0" err="1">
                <a:sym typeface="+mn-ea"/>
              </a:rPr>
              <a:t>kotak</a:t>
            </a:r>
            <a:r>
              <a:rPr lang="en-US" dirty="0">
                <a:sym typeface="+mn-ea"/>
              </a:rPr>
              <a:t>)</a:t>
            </a:r>
            <a:endParaRPr lang="en-US" dirty="0"/>
          </a:p>
          <a:p>
            <a:r>
              <a:rPr lang="en-US" dirty="0">
                <a:sym typeface="+mn-ea"/>
              </a:rPr>
              <a:t>border </a:t>
            </a:r>
            <a:r>
              <a:rPr lang="en-US" dirty="0" err="1">
                <a:sym typeface="+mn-ea"/>
              </a:rPr>
              <a:t>dapat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menambah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ukuran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elemen</a:t>
            </a:r>
            <a:r>
              <a:rPr lang="en-US" dirty="0">
                <a:sym typeface="+mn-ea"/>
              </a:rPr>
              <a:t>(</a:t>
            </a:r>
            <a:r>
              <a:rPr lang="en-US" dirty="0" err="1">
                <a:sym typeface="+mn-ea"/>
              </a:rPr>
              <a:t>kotak</a:t>
            </a:r>
            <a:r>
              <a:rPr lang="en-US" dirty="0">
                <a:sym typeface="+mn-ea"/>
              </a:rPr>
              <a:t>)</a:t>
            </a:r>
            <a:endParaRPr lang="en-US" dirty="0"/>
          </a:p>
          <a:p>
            <a:r>
              <a:rPr lang="en-US" dirty="0">
                <a:solidFill>
                  <a:schemeClr val="accent1"/>
                </a:solidFill>
                <a:sym typeface="+mn-ea"/>
              </a:rPr>
              <a:t>property box-sizing: border-box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digunakan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agar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kotak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ukurannya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tetap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sama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saat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ditambahkan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padding </a:t>
            </a:r>
            <a:r>
              <a:rPr lang="en-US" dirty="0" err="1">
                <a:solidFill>
                  <a:schemeClr val="accent1"/>
                </a:solidFill>
                <a:sym typeface="+mn-ea"/>
              </a:rPr>
              <a:t>dan</a:t>
            </a:r>
            <a:r>
              <a:rPr lang="en-US" dirty="0">
                <a:solidFill>
                  <a:schemeClr val="accent1"/>
                </a:solidFill>
                <a:sym typeface="+mn-ea"/>
              </a:rPr>
              <a:t> border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5002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DISPLAY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08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5460"/>
            <a:ext cx="10515600" cy="1325563"/>
          </a:xfrm>
        </p:spPr>
        <p:txBody>
          <a:bodyPr/>
          <a:lstStyle/>
          <a:p>
            <a:r>
              <a:rPr lang="id-ID" dirty="0">
                <a:sym typeface="+mn-ea"/>
              </a:rPr>
              <a:t>Css display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id-ID" dirty="0">
                <a:sym typeface="+mn-ea"/>
              </a:rPr>
              <a:t>Secara default tiap element HTML memiliki display </a:t>
            </a:r>
            <a:r>
              <a:rPr lang="id-ID" dirty="0">
                <a:solidFill>
                  <a:srgbClr val="FF0000"/>
                </a:solidFill>
                <a:sym typeface="+mn-ea"/>
              </a:rPr>
              <a:t>inline</a:t>
            </a:r>
            <a:r>
              <a:rPr lang="id-ID" dirty="0">
                <a:sym typeface="+mn-ea"/>
              </a:rPr>
              <a:t> atau display </a:t>
            </a:r>
            <a:r>
              <a:rPr lang="id-ID" dirty="0">
                <a:solidFill>
                  <a:srgbClr val="FF0000"/>
                </a:solidFill>
                <a:sym typeface="+mn-ea"/>
              </a:rPr>
              <a:t>block</a:t>
            </a:r>
            <a:endParaRPr lang="id-ID" dirty="0">
              <a:solidFill>
                <a:srgbClr val="FF0000"/>
              </a:solidFill>
            </a:endParaRPr>
          </a:p>
          <a:p>
            <a:pPr algn="just"/>
            <a:r>
              <a:rPr lang="id-ID" dirty="0">
                <a:sym typeface="+mn-ea"/>
              </a:rPr>
              <a:t>Block element: dapat diberi property</a:t>
            </a:r>
            <a:r>
              <a:rPr lang="id-ID" dirty="0">
                <a:solidFill>
                  <a:srgbClr val="FF0000"/>
                </a:solidFill>
                <a:sym typeface="+mn-ea"/>
              </a:rPr>
              <a:t> width, height, padding</a:t>
            </a:r>
            <a:endParaRPr lang="id-ID" dirty="0">
              <a:solidFill>
                <a:srgbClr val="FF0000"/>
              </a:solidFill>
            </a:endParaRPr>
          </a:p>
          <a:p>
            <a:pPr algn="just"/>
            <a:r>
              <a:rPr lang="id-ID" dirty="0">
                <a:sym typeface="+mn-ea"/>
              </a:rPr>
              <a:t>Inline element</a:t>
            </a:r>
            <a:r>
              <a:rPr lang="id-ID" dirty="0">
                <a:solidFill>
                  <a:srgbClr val="FF0000"/>
                </a:solidFill>
                <a:sym typeface="+mn-ea"/>
              </a:rPr>
              <a:t>: tidak dapat </a:t>
            </a:r>
            <a:r>
              <a:rPr lang="id-ID" dirty="0">
                <a:sym typeface="+mn-ea"/>
              </a:rPr>
              <a:t>diberi property width dan height, lebarnya akan mengikuti konten</a:t>
            </a:r>
            <a:endParaRPr lang="id-ID" dirty="0"/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7050"/>
            <a:ext cx="10515600" cy="1325563"/>
          </a:xfrm>
        </p:spPr>
        <p:txBody>
          <a:bodyPr/>
          <a:lstStyle/>
          <a:p>
            <a:r>
              <a:rPr lang="id-ID" dirty="0">
                <a:sym typeface="+mn-ea"/>
              </a:rPr>
              <a:t>Block-level elements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3843655"/>
          </a:xfrm>
        </p:spPr>
        <p:txBody>
          <a:bodyPr>
            <a:normAutofit lnSpcReduction="20000"/>
          </a:bodyPr>
          <a:lstStyle/>
          <a:p>
            <a:r>
              <a:rPr lang="id-ID" sz="2800" dirty="0">
                <a:sym typeface="+mn-ea"/>
              </a:rPr>
              <a:t>Ciri-ciri block level element yaitu </a:t>
            </a:r>
            <a:r>
              <a:rPr lang="id-ID" sz="2800" dirty="0">
                <a:solidFill>
                  <a:srgbClr val="FF0000"/>
                </a:solidFill>
                <a:sym typeface="+mn-ea"/>
              </a:rPr>
              <a:t>lebar area akan memenuhi lebar container</a:t>
            </a:r>
            <a:endParaRPr lang="id-ID" sz="2800" dirty="0">
              <a:solidFill>
                <a:srgbClr val="FF0000"/>
              </a:solidFill>
            </a:endParaRPr>
          </a:p>
          <a:p>
            <a:r>
              <a:rPr lang="id-ID" sz="2800" dirty="0">
                <a:sym typeface="+mn-ea"/>
              </a:rPr>
              <a:t>Contoh:</a:t>
            </a:r>
            <a:endParaRPr lang="id-ID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&lt;div&gt;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&lt;h1&gt; - &lt;h6&gt;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&lt;p&gt;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&lt;form&gt;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&lt;header&gt;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&lt;footer&gt;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&lt;section&gt;</a:t>
            </a:r>
            <a:endParaRPr lang="en-US" sz="2800" dirty="0"/>
          </a:p>
          <a:p>
            <a:pPr marL="0" indent="0">
              <a:buNone/>
            </a:pPr>
            <a:endParaRPr lang="id-ID" sz="2800" dirty="0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5739765"/>
            <a:ext cx="11017885" cy="8655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150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6255"/>
            <a:ext cx="10515600" cy="1325563"/>
          </a:xfrm>
        </p:spPr>
        <p:txBody>
          <a:bodyPr/>
          <a:lstStyle/>
          <a:p>
            <a:r>
              <a:rPr lang="id-ID" dirty="0">
                <a:sym typeface="+mn-ea"/>
              </a:rPr>
              <a:t>Inline element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5140"/>
          </a:xfrm>
        </p:spPr>
        <p:txBody>
          <a:bodyPr>
            <a:normAutofit fontScale="70000"/>
          </a:bodyPr>
          <a:lstStyle/>
          <a:p>
            <a:r>
              <a:rPr lang="id-ID" sz="2800" dirty="0">
                <a:sym typeface="+mn-ea"/>
              </a:rPr>
              <a:t>Elemen tidak dapat diberi property width dan height, lebarnya mengikuti konten</a:t>
            </a:r>
            <a:endParaRPr lang="id-ID" sz="2800" dirty="0"/>
          </a:p>
          <a:p>
            <a:r>
              <a:rPr lang="en-US" sz="2800" dirty="0">
                <a:sym typeface="+mn-ea"/>
              </a:rPr>
              <a:t>Examples of inline elements: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&lt;span&gt;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&lt;a&gt;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dirty="0">
                <a:sym typeface="+mn-ea"/>
              </a:rPr>
              <a:t>&lt;</a:t>
            </a:r>
            <a:r>
              <a:rPr lang="en-US" sz="2800" dirty="0" err="1">
                <a:sym typeface="+mn-ea"/>
              </a:rPr>
              <a:t>img</a:t>
            </a:r>
            <a:r>
              <a:rPr lang="en-US" sz="2800" dirty="0">
                <a:sym typeface="+mn-ea"/>
              </a:rPr>
              <a:t>&gt;</a:t>
            </a:r>
            <a:endParaRPr lang="id-ID" sz="2800" dirty="0"/>
          </a:p>
          <a:p>
            <a:pPr marL="274320" lvl="1" indent="0">
              <a:buNone/>
            </a:pPr>
            <a:endParaRPr lang="en-US" sz="2800" dirty="0"/>
          </a:p>
          <a:p>
            <a:pPr marL="0" indent="0">
              <a:buNone/>
            </a:pPr>
            <a:br>
              <a:rPr lang="en-US" sz="2800" dirty="0">
                <a:sym typeface="+mn-ea"/>
              </a:rPr>
            </a:br>
            <a:endParaRPr lang="id-ID" sz="2800" dirty="0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021" y="4198686"/>
            <a:ext cx="7917409" cy="9716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955" y="85090"/>
            <a:ext cx="1530350" cy="523240"/>
          </a:xfrm>
          <a:prstGeom prst="rect">
            <a:avLst/>
          </a:prstGeom>
        </p:spPr>
      </p:pic>
      <p:sp>
        <p:nvSpPr>
          <p:cNvPr id="10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885" y="537845"/>
            <a:ext cx="10515600" cy="1325563"/>
          </a:xfrm>
        </p:spPr>
        <p:txBody>
          <a:bodyPr/>
          <a:lstStyle/>
          <a:p>
            <a:r>
              <a:rPr lang="id-ID" dirty="0">
                <a:sym typeface="+mn-ea"/>
              </a:rPr>
              <a:t>CSS Display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95452" y="2121408"/>
            <a:ext cx="10691513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2800" b="1" dirty="0"/>
              <a:t>Inline-block</a:t>
            </a:r>
            <a:endParaRPr lang="id-ID" sz="2800" b="1" dirty="0"/>
          </a:p>
          <a:p>
            <a:endParaRPr lang="id-ID" sz="2800" dirty="0"/>
          </a:p>
          <a:p>
            <a:r>
              <a:rPr lang="id-ID" sz="2800" b="1" dirty="0"/>
              <a:t>None</a:t>
            </a:r>
            <a:endParaRPr lang="id-ID" sz="2800" b="1" dirty="0"/>
          </a:p>
          <a:p>
            <a:endParaRPr lang="id-ID" sz="2800" b="1" dirty="0"/>
          </a:p>
          <a:p>
            <a:r>
              <a:rPr lang="id-ID" sz="2800" b="1" dirty="0"/>
              <a:t>Visibility:none</a:t>
            </a:r>
            <a:endParaRPr lang="id-ID" sz="2800" b="1" dirty="0"/>
          </a:p>
        </p:txBody>
      </p:sp>
      <p:sp>
        <p:nvSpPr>
          <p:cNvPr id="8" name="Arrow: Right 3"/>
          <p:cNvSpPr/>
          <p:nvPr/>
        </p:nvSpPr>
        <p:spPr>
          <a:xfrm>
            <a:off x="2569238" y="2195354"/>
            <a:ext cx="477078" cy="4108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Box 4"/>
          <p:cNvSpPr txBox="1"/>
          <p:nvPr/>
        </p:nvSpPr>
        <p:spPr>
          <a:xfrm>
            <a:off x="3165585" y="2077596"/>
            <a:ext cx="76134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/>
              <a:t>Lebar elemen mengikuti konten </a:t>
            </a:r>
            <a:r>
              <a:rPr lang="id-ID" sz="2400" dirty="0">
                <a:solidFill>
                  <a:srgbClr val="FF0000"/>
                </a:solidFill>
              </a:rPr>
              <a:t>seperti inline </a:t>
            </a:r>
            <a:r>
              <a:rPr lang="id-ID" sz="2400" dirty="0"/>
              <a:t>tetapi </a:t>
            </a:r>
            <a:endParaRPr lang="id-ID" sz="2400" dirty="0"/>
          </a:p>
          <a:p>
            <a:r>
              <a:rPr lang="id-ID" sz="2400" dirty="0">
                <a:solidFill>
                  <a:srgbClr val="FF0000"/>
                </a:solidFill>
              </a:rPr>
              <a:t>dapat diberi property width dan height</a:t>
            </a:r>
            <a:endParaRPr lang="id-ID" sz="2400" dirty="0">
              <a:solidFill>
                <a:srgbClr val="FF0000"/>
              </a:solidFill>
            </a:endParaRPr>
          </a:p>
        </p:txBody>
      </p:sp>
      <p:sp>
        <p:nvSpPr>
          <p:cNvPr id="10" name="Arrow: Right 5"/>
          <p:cNvSpPr/>
          <p:nvPr/>
        </p:nvSpPr>
        <p:spPr>
          <a:xfrm>
            <a:off x="2569238" y="3260765"/>
            <a:ext cx="477078" cy="4108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TextBox 6"/>
          <p:cNvSpPr txBox="1"/>
          <p:nvPr/>
        </p:nvSpPr>
        <p:spPr>
          <a:xfrm>
            <a:off x="3165585" y="3225275"/>
            <a:ext cx="74287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/>
              <a:t>Elemen akan disembunyikan, akan mempengaruhi </a:t>
            </a:r>
            <a:endParaRPr lang="id-ID" sz="2400" dirty="0"/>
          </a:p>
          <a:p>
            <a:r>
              <a:rPr lang="id-ID" sz="2400" dirty="0"/>
              <a:t>ukuran layout</a:t>
            </a:r>
            <a:endParaRPr lang="id-ID" sz="2400" dirty="0">
              <a:solidFill>
                <a:srgbClr val="FF0000"/>
              </a:solidFill>
            </a:endParaRPr>
          </a:p>
        </p:txBody>
      </p:sp>
      <p:sp>
        <p:nvSpPr>
          <p:cNvPr id="12" name="Arrow: Right 7"/>
          <p:cNvSpPr/>
          <p:nvPr/>
        </p:nvSpPr>
        <p:spPr>
          <a:xfrm>
            <a:off x="3046316" y="4334988"/>
            <a:ext cx="477078" cy="4108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TextBox 8"/>
          <p:cNvSpPr txBox="1"/>
          <p:nvPr/>
        </p:nvSpPr>
        <p:spPr>
          <a:xfrm>
            <a:off x="3649289" y="4169995"/>
            <a:ext cx="8143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/>
              <a:t>Elemen akan disembunyikan, tidak akan mempengaruhi </a:t>
            </a:r>
            <a:endParaRPr lang="id-ID" sz="2400" dirty="0"/>
          </a:p>
          <a:p>
            <a:r>
              <a:rPr lang="id-ID" sz="2400" dirty="0"/>
              <a:t>Ukuran layout</a:t>
            </a:r>
            <a:endParaRPr lang="id-ID" sz="2400" dirty="0">
              <a:solidFill>
                <a:srgbClr val="FF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340" y="87630"/>
            <a:ext cx="1530350" cy="523240"/>
          </a:xfrm>
          <a:prstGeom prst="rect">
            <a:avLst/>
          </a:prstGeom>
        </p:spPr>
      </p:pic>
      <p:sp>
        <p:nvSpPr>
          <p:cNvPr id="3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5002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FLEXBOX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09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885" y="537845"/>
            <a:ext cx="10515600" cy="1325563"/>
          </a:xfrm>
        </p:spPr>
        <p:txBody>
          <a:bodyPr/>
          <a:lstStyle/>
          <a:p>
            <a:r>
              <a:rPr lang="en-US" altLang="id-ID" dirty="0">
                <a:sym typeface="+mn-ea"/>
              </a:rPr>
              <a:t>Flexbox</a:t>
            </a:r>
            <a:endParaRPr lang="en-US" altLang="id-ID" dirty="0">
              <a:sym typeface="+mn-ea"/>
            </a:endParaRP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95452" y="2121408"/>
            <a:ext cx="10691513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800" b="1" dirty="0"/>
          </a:p>
        </p:txBody>
      </p:sp>
      <p:sp>
        <p:nvSpPr>
          <p:cNvPr id="9" name="TextBox 4"/>
          <p:cNvSpPr txBox="1"/>
          <p:nvPr/>
        </p:nvSpPr>
        <p:spPr>
          <a:xfrm>
            <a:off x="906780" y="2077720"/>
            <a:ext cx="101187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Flexbox (Flexible Box Layout) adalah fitur CSS yang digunakan untuk mengatur tata letak (layout) elemen di halaman web agar mudah diatur, fleksibel, dan responsif</a:t>
            </a: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912495" y="3418840"/>
            <a:ext cx="97643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Menyusun dan merapikan elemen di dalam suatu wadah (container), baik secara horizontal (sejajar ke samping) maupun vertikal (atas–bawah).</a:t>
            </a: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912439" y="4823410"/>
            <a:ext cx="67271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 pembungkus yang diberi </a:t>
            </a:r>
            <a:r>
              <a:rPr lang="en-US" altLang="en-US" sz="24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display: flex;</a:t>
            </a:r>
            <a:endParaRPr lang="en-US" altLang="en-US" sz="2400" dirty="0"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340" y="87630"/>
            <a:ext cx="1530350" cy="523240"/>
          </a:xfrm>
          <a:prstGeom prst="rect">
            <a:avLst/>
          </a:prstGeom>
        </p:spPr>
      </p:pic>
      <p:sp>
        <p:nvSpPr>
          <p:cNvPr id="3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稻壳儿春秋广告/盗版必究        原创来源：http://chn.docer.com/works?userid=199329941#!/work_time"/>
          <p:cNvSpPr/>
          <p:nvPr/>
        </p:nvSpPr>
        <p:spPr>
          <a:xfrm rot="2700000">
            <a:off x="3851140" y="-3663719"/>
            <a:ext cx="6909795" cy="6909793"/>
          </a:xfrm>
          <a:prstGeom prst="roundRect">
            <a:avLst/>
          </a:pr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/>
          <p:nvPr/>
        </p:nvSpPr>
        <p:spPr>
          <a:xfrm rot="2700000">
            <a:off x="7753438" y="3697885"/>
            <a:ext cx="7486472" cy="7486467"/>
          </a:xfrm>
          <a:prstGeom prst="roundRect">
            <a:avLst/>
          </a:pr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/>
          <p:nvPr/>
        </p:nvSpPr>
        <p:spPr>
          <a:xfrm rot="2700000">
            <a:off x="3679692" y="-4330467"/>
            <a:ext cx="6909795" cy="69097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>
          <a:xfrm rot="2700000">
            <a:off x="2313891" y="1103488"/>
            <a:ext cx="1142946" cy="1142946"/>
          </a:xfrm>
          <a:prstGeom prst="roundRect">
            <a:avLst/>
          </a:pr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 txBox="1"/>
          <p:nvPr/>
        </p:nvSpPr>
        <p:spPr>
          <a:xfrm flipH="1">
            <a:off x="695325" y="4438015"/>
            <a:ext cx="5002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Do It Yourself !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3730384"/>
            <a:ext cx="27789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67654"/>
                </a:solidFill>
                <a:effectLst/>
                <a:uLnTx/>
                <a:uFillTx/>
                <a:latin typeface="Arial" panose="020B0604020202020204" pitchFamily="34" charset="0"/>
                <a:ea typeface="Droid Sans Fallback" panose="020B0502000000000001" pitchFamily="50" charset="-128"/>
                <a:cs typeface="Arial" panose="020B0604020202020204" pitchFamily="34" charset="0"/>
                <a:sym typeface="Arial" panose="020B0604020202020204" pitchFamily="34" charset="0"/>
              </a:rPr>
              <a:t>PART 10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67654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/>
          <p:nvPr/>
        </p:nvSpPr>
        <p:spPr>
          <a:xfrm rot="2700000">
            <a:off x="6678765" y="-1687006"/>
            <a:ext cx="3374012" cy="3374012"/>
          </a:xfrm>
          <a:prstGeom prst="roundRect">
            <a:avLst/>
          </a:pr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33245" y="87630"/>
            <a:ext cx="8761095" cy="132588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ym typeface="+mn-ea"/>
              </a:rPr>
              <a:t>Web restoran “Goodlife Kitchen” HTML dan CSS</a:t>
            </a:r>
            <a:endParaRPr lang="en-US" altLang="en-US" dirty="0">
              <a:sym typeface="+mn-ea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4636135" y="1534795"/>
            <a:ext cx="673100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Mengembangkan website restoran “Goodlife Kitchen” dengan menambahkan CSS secara eksternal. Property yang digunakan :</a:t>
            </a: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Font styling</a:t>
            </a: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Text styling</a:t>
            </a: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Background</a:t>
            </a: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Pseudo</a:t>
            </a: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Padding / Margin / Border</a:t>
            </a: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340" y="87630"/>
            <a:ext cx="1530350" cy="523240"/>
          </a:xfrm>
          <a:prstGeom prst="rect">
            <a:avLst/>
          </a:prstGeom>
        </p:spPr>
      </p:pic>
      <p:sp>
        <p:nvSpPr>
          <p:cNvPr id="3" name="稻壳儿春秋广告/盗版必究        原创来源：http://chn.docer.com/works?userid=199329941#!/work_time"/>
          <p:cNvSpPr/>
          <p:nvPr/>
        </p:nvSpPr>
        <p:spPr>
          <a:xfrm>
            <a:off x="75056" y="1"/>
            <a:ext cx="1387398" cy="693699"/>
          </a:xfrm>
          <a:custGeom>
            <a:avLst/>
            <a:gdLst>
              <a:gd name="connsiteX0" fmla="*/ 0 w 1387398"/>
              <a:gd name="connsiteY0" fmla="*/ 0 h 693699"/>
              <a:gd name="connsiteX1" fmla="*/ 1387398 w 1387398"/>
              <a:gd name="connsiteY1" fmla="*/ 0 h 693699"/>
              <a:gd name="connsiteX2" fmla="*/ 1334326 w 1387398"/>
              <a:gd name="connsiteY2" fmla="*/ 128128 h 693699"/>
              <a:gd name="connsiteX3" fmla="*/ 821827 w 1387398"/>
              <a:gd name="connsiteY3" fmla="*/ 640627 h 693699"/>
              <a:gd name="connsiteX4" fmla="*/ 565571 w 1387398"/>
              <a:gd name="connsiteY4" fmla="*/ 640627 h 693699"/>
              <a:gd name="connsiteX5" fmla="*/ 53072 w 1387398"/>
              <a:gd name="connsiteY5" fmla="*/ 128128 h 693699"/>
              <a:gd name="connsiteX6" fmla="*/ 0 w 1387398"/>
              <a:gd name="connsiteY6" fmla="*/ 0 h 69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398" h="693699">
                <a:moveTo>
                  <a:pt x="0" y="0"/>
                </a:moveTo>
                <a:lnTo>
                  <a:pt x="1387398" y="0"/>
                </a:lnTo>
                <a:cubicBezTo>
                  <a:pt x="1387398" y="46373"/>
                  <a:pt x="1369708" y="92747"/>
                  <a:pt x="1334326" y="128128"/>
                </a:cubicBezTo>
                <a:lnTo>
                  <a:pt x="821827" y="640627"/>
                </a:lnTo>
                <a:cubicBezTo>
                  <a:pt x="751064" y="711390"/>
                  <a:pt x="636334" y="711390"/>
                  <a:pt x="565571" y="640627"/>
                </a:cubicBezTo>
                <a:lnTo>
                  <a:pt x="53072" y="128128"/>
                </a:lnTo>
                <a:cubicBezTo>
                  <a:pt x="17691" y="92747"/>
                  <a:pt x="0" y="46373"/>
                  <a:pt x="0" y="0"/>
                </a:cubicBezTo>
                <a:close/>
              </a:path>
            </a:pathLst>
          </a:custGeom>
          <a:solidFill>
            <a:srgbClr val="0B50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稻壳儿春秋广告/盗版必究        原创来源：http://chn.docer.com/works?userid=199329941#!/work_time"/>
          <p:cNvSpPr/>
          <p:nvPr/>
        </p:nvSpPr>
        <p:spPr>
          <a:xfrm>
            <a:off x="973258" y="0"/>
            <a:ext cx="838222" cy="419110"/>
          </a:xfrm>
          <a:custGeom>
            <a:avLst/>
            <a:gdLst>
              <a:gd name="connsiteX0" fmla="*/ 0 w 838222"/>
              <a:gd name="connsiteY0" fmla="*/ 0 h 419110"/>
              <a:gd name="connsiteX1" fmla="*/ 838222 w 838222"/>
              <a:gd name="connsiteY1" fmla="*/ 0 h 419110"/>
              <a:gd name="connsiteX2" fmla="*/ 806157 w 838222"/>
              <a:gd name="connsiteY2" fmla="*/ 77411 h 419110"/>
              <a:gd name="connsiteX3" fmla="*/ 496522 w 838222"/>
              <a:gd name="connsiteY3" fmla="*/ 387046 h 419110"/>
              <a:gd name="connsiteX4" fmla="*/ 341700 w 838222"/>
              <a:gd name="connsiteY4" fmla="*/ 387046 h 419110"/>
              <a:gd name="connsiteX5" fmla="*/ 32065 w 838222"/>
              <a:gd name="connsiteY5" fmla="*/ 77411 h 419110"/>
              <a:gd name="connsiteX6" fmla="*/ 0 w 838222"/>
              <a:gd name="connsiteY6" fmla="*/ 0 h 41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2" h="419110">
                <a:moveTo>
                  <a:pt x="0" y="0"/>
                </a:moveTo>
                <a:lnTo>
                  <a:pt x="838222" y="0"/>
                </a:lnTo>
                <a:cubicBezTo>
                  <a:pt x="838222" y="28017"/>
                  <a:pt x="827534" y="56035"/>
                  <a:pt x="806157" y="77411"/>
                </a:cubicBezTo>
                <a:lnTo>
                  <a:pt x="496522" y="387046"/>
                </a:lnTo>
                <a:cubicBezTo>
                  <a:pt x="453769" y="429799"/>
                  <a:pt x="384453" y="429799"/>
                  <a:pt x="341700" y="387046"/>
                </a:cubicBezTo>
                <a:lnTo>
                  <a:pt x="32065" y="77411"/>
                </a:lnTo>
                <a:cubicBezTo>
                  <a:pt x="10689" y="56035"/>
                  <a:pt x="0" y="28017"/>
                  <a:pt x="0" y="0"/>
                </a:cubicBezTo>
                <a:close/>
              </a:path>
            </a:pathLst>
          </a:custGeom>
          <a:solidFill>
            <a:srgbClr val="F67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/>
          <p:nvPr/>
        </p:nvSpPr>
        <p:spPr>
          <a:xfrm>
            <a:off x="10606842" y="6001428"/>
            <a:ext cx="1585158" cy="856572"/>
          </a:xfrm>
          <a:custGeom>
            <a:avLst/>
            <a:gdLst>
              <a:gd name="connsiteX0" fmla="*/ 982227 w 1585158"/>
              <a:gd name="connsiteY0" fmla="*/ 1 h 856572"/>
              <a:gd name="connsiteX1" fmla="*/ 1196736 w 1585158"/>
              <a:gd name="connsiteY1" fmla="*/ 88853 h 856572"/>
              <a:gd name="connsiteX2" fmla="*/ 1585158 w 1585158"/>
              <a:gd name="connsiteY2" fmla="*/ 477276 h 856572"/>
              <a:gd name="connsiteX3" fmla="*/ 1585158 w 1585158"/>
              <a:gd name="connsiteY3" fmla="*/ 856572 h 856572"/>
              <a:gd name="connsiteX4" fmla="*/ 0 w 1585158"/>
              <a:gd name="connsiteY4" fmla="*/ 856572 h 856572"/>
              <a:gd name="connsiteX5" fmla="*/ 767718 w 1585158"/>
              <a:gd name="connsiteY5" fmla="*/ 88853 h 856572"/>
              <a:gd name="connsiteX6" fmla="*/ 982227 w 1585158"/>
              <a:gd name="connsiteY6" fmla="*/ 1 h 85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5158" h="856572">
                <a:moveTo>
                  <a:pt x="982227" y="1"/>
                </a:moveTo>
                <a:cubicBezTo>
                  <a:pt x="1059864" y="0"/>
                  <a:pt x="1137501" y="29618"/>
                  <a:pt x="1196736" y="88853"/>
                </a:cubicBezTo>
                <a:lnTo>
                  <a:pt x="1585158" y="477276"/>
                </a:lnTo>
                <a:lnTo>
                  <a:pt x="1585158" y="856572"/>
                </a:lnTo>
                <a:lnTo>
                  <a:pt x="0" y="856572"/>
                </a:lnTo>
                <a:lnTo>
                  <a:pt x="767718" y="88853"/>
                </a:lnTo>
                <a:cubicBezTo>
                  <a:pt x="826953" y="29618"/>
                  <a:pt x="904590" y="0"/>
                  <a:pt x="982227" y="1"/>
                </a:cubicBezTo>
                <a:close/>
              </a:path>
            </a:pathLst>
          </a:custGeom>
          <a:solidFill>
            <a:srgbClr val="2A26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/>
          <p:nvPr/>
        </p:nvSpPr>
        <p:spPr>
          <a:xfrm>
            <a:off x="10848444" y="6419271"/>
            <a:ext cx="1101953" cy="438729"/>
          </a:xfrm>
          <a:custGeom>
            <a:avLst/>
            <a:gdLst>
              <a:gd name="connsiteX0" fmla="*/ 550977 w 1101953"/>
              <a:gd name="connsiteY0" fmla="*/ 0 h 438729"/>
              <a:gd name="connsiteX1" fmla="*/ 742595 w 1101953"/>
              <a:gd name="connsiteY1" fmla="*/ 79371 h 438729"/>
              <a:gd name="connsiteX2" fmla="*/ 1101953 w 1101953"/>
              <a:gd name="connsiteY2" fmla="*/ 438729 h 438729"/>
              <a:gd name="connsiteX3" fmla="*/ 0 w 1101953"/>
              <a:gd name="connsiteY3" fmla="*/ 438729 h 438729"/>
              <a:gd name="connsiteX4" fmla="*/ 359358 w 1101953"/>
              <a:gd name="connsiteY4" fmla="*/ 79371 h 438729"/>
              <a:gd name="connsiteX5" fmla="*/ 550977 w 1101953"/>
              <a:gd name="connsiteY5" fmla="*/ 0 h 43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953" h="438729">
                <a:moveTo>
                  <a:pt x="550977" y="0"/>
                </a:moveTo>
                <a:cubicBezTo>
                  <a:pt x="620329" y="0"/>
                  <a:pt x="689681" y="26457"/>
                  <a:pt x="742595" y="79371"/>
                </a:cubicBezTo>
                <a:lnTo>
                  <a:pt x="1101953" y="438729"/>
                </a:lnTo>
                <a:lnTo>
                  <a:pt x="0" y="438729"/>
                </a:lnTo>
                <a:lnTo>
                  <a:pt x="359358" y="79371"/>
                </a:lnTo>
                <a:cubicBezTo>
                  <a:pt x="412272" y="26457"/>
                  <a:pt x="481624" y="0"/>
                  <a:pt x="550977" y="0"/>
                </a:cubicBezTo>
                <a:close/>
              </a:path>
            </a:pathLst>
          </a:custGeom>
          <a:solidFill>
            <a:srgbClr val="028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Droid Sans Fallback" panose="020B0502000000000001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" y="1534795"/>
            <a:ext cx="4933950" cy="45339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2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3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4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5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6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7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8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9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10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11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12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13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14.xml><?xml version="1.0" encoding="utf-8"?>
<p:tagLst xmlns:p="http://schemas.openxmlformats.org/presentationml/2006/main">
  <p:tag name="KSO_WM_DIAGRAM_VIRTUALLY_FRAME" val="{&quot;height&quot;:317.56330708661415,&quot;left&quot;:54.75,&quot;top&quot;:133.76047244094488,&quot;width&quot;:850.5}"/>
</p:tagLst>
</file>

<file path=ppt/tags/tag15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16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17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18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19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0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1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2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3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4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5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6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7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8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29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ags/tag30.xml><?xml version="1.0" encoding="utf-8"?>
<p:tagLst xmlns:p="http://schemas.openxmlformats.org/presentationml/2006/main">
  <p:tag name="KSO_WM_DIAGRAM_VIRTUALLY_FRAME" val="{&quot;height&quot;:295.88149606299214,&quot;left&quot;:54.75,&quot;top&quot;:151.53866141732283,&quot;width&quot;:886.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5209</Words>
  <Application>WPS Presentation</Application>
  <PresentationFormat>宽屏</PresentationFormat>
  <Paragraphs>289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8" baseType="lpstr">
      <vt:lpstr>Arial</vt:lpstr>
      <vt:lpstr>SimSun</vt:lpstr>
      <vt:lpstr>Wingdings</vt:lpstr>
      <vt:lpstr>Droid Sans Fallback</vt:lpstr>
      <vt:lpstr>Yu Gothic UI</vt:lpstr>
      <vt:lpstr>Montserrat ExtraBold</vt:lpstr>
      <vt:lpstr>Manrope SemiBold</vt:lpstr>
      <vt:lpstr>Segoe Print</vt:lpstr>
      <vt:lpstr>Calibri</vt:lpstr>
      <vt:lpstr>Microsoft YaHei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Syntax CSS</vt:lpstr>
      <vt:lpstr>SELECTOR</vt:lpstr>
      <vt:lpstr>PowerPoint 演示文稿</vt:lpstr>
      <vt:lpstr>PowerPoint 演示文稿</vt:lpstr>
      <vt:lpstr>Inline style css</vt:lpstr>
      <vt:lpstr>Internal css</vt:lpstr>
      <vt:lpstr>Eksternal Css</vt:lpstr>
      <vt:lpstr>colors</vt:lpstr>
      <vt:lpstr>PowerPoint 演示文稿</vt:lpstr>
      <vt:lpstr>Font styling</vt:lpstr>
      <vt:lpstr>PowerPoint 演示文稿</vt:lpstr>
      <vt:lpstr>Text styling</vt:lpstr>
      <vt:lpstr>PowerPoint 演示文稿</vt:lpstr>
      <vt:lpstr>backgrounds</vt:lpstr>
      <vt:lpstr>PowerPoint 演示文稿</vt:lpstr>
      <vt:lpstr>Pseudo Class &amp; Pseudo element</vt:lpstr>
      <vt:lpstr>Pseudo class yang berhubungan dengan link</vt:lpstr>
      <vt:lpstr>Pseudo element</vt:lpstr>
      <vt:lpstr>PowerPoint 演示文稿</vt:lpstr>
      <vt:lpstr>CSS box model</vt:lpstr>
      <vt:lpstr>CSS box model</vt:lpstr>
      <vt:lpstr>Box-sizing: border-box</vt:lpstr>
      <vt:lpstr>PowerPoint 演示文稿</vt:lpstr>
      <vt:lpstr>Css display</vt:lpstr>
      <vt:lpstr>Block-level elements</vt:lpstr>
      <vt:lpstr>Inline element</vt:lpstr>
      <vt:lpstr>CSS Display</vt:lpstr>
      <vt:lpstr>PowerPoint 演示文稿</vt:lpstr>
      <vt:lpstr>Flexbox</vt:lpstr>
      <vt:lpstr>PowerPoint 演示文稿</vt:lpstr>
      <vt:lpstr>Web restoran “Goodlife Kitchen” HTML dan CSS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春波 赵</dc:creator>
  <cp:lastModifiedBy>namaku.adit</cp:lastModifiedBy>
  <cp:revision>27</cp:revision>
  <dcterms:created xsi:type="dcterms:W3CDTF">2019-05-22T02:21:00Z</dcterms:created>
  <dcterms:modified xsi:type="dcterms:W3CDTF">2025-11-10T07:52:53Z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F7D3549A40954EB491F83F69FF54F4B4_13</vt:lpwstr>
  </property>
  <property fmtid="{D5CDD505-2E9C-101B-9397-08002B2CF9AE}" pid="3" name="KSOProductBuildVer">
    <vt:lpwstr>1033-12.2.0.23155</vt:lpwstr>
  </property>
</Properties>
</file>